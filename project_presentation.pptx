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n"/>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8" name="Google Shape;188;n"/>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9" name="Google Shape;189;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n"/>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191" name="Google Shape;191;n"/>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2" name="Google Shape;192;n"/>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2" name="Shape 202"/>
        <p:cNvGrpSpPr/>
        <p:nvPr/>
      </p:nvGrpSpPr>
      <p:grpSpPr>
        <a:xfrm>
          <a:off x="0" y="0"/>
          <a:ext cx="0" cy="0"/>
          <a:chOff x="0" y="0"/>
          <a:chExt cx="0" cy="0"/>
        </a:xfrm>
      </p:grpSpPr>
      <p:sp>
        <p:nvSpPr>
          <p:cNvPr id="203" name="Google Shape;203;p2"/>
          <p:cNvSpPr/>
          <p:nvPr/>
        </p:nvSpPr>
        <p:spPr>
          <a:xfrm>
            <a:off x="446534" y="3085764"/>
            <a:ext cx="11298900" cy="33381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
          <p:cNvSpPr txBox="1"/>
          <p:nvPr>
            <p:ph type="ctrTitle"/>
          </p:nvPr>
        </p:nvSpPr>
        <p:spPr>
          <a:xfrm>
            <a:off x="581191" y="1020431"/>
            <a:ext cx="10993500" cy="14751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3600"/>
              <a:buFont typeface="Franklin Gothic"/>
              <a:buNone/>
              <a:defRPr sz="3600">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5" name="Google Shape;205;p2"/>
          <p:cNvSpPr txBox="1"/>
          <p:nvPr>
            <p:ph idx="1" type="subTitle"/>
          </p:nvPr>
        </p:nvSpPr>
        <p:spPr>
          <a:xfrm>
            <a:off x="581194" y="2495445"/>
            <a:ext cx="10993500" cy="590400"/>
          </a:xfrm>
          <a:prstGeom prst="rect">
            <a:avLst/>
          </a:prstGeom>
          <a:noFill/>
          <a:ln>
            <a:noFill/>
          </a:ln>
        </p:spPr>
        <p:txBody>
          <a:bodyPr anchorCtr="0" anchor="t" bIns="45700" lIns="91425" spcFirstLastPara="1" rIns="91425" wrap="square" tIns="45700">
            <a:normAutofit/>
          </a:bodyPr>
          <a:lstStyle>
            <a:lvl1pPr lvl="0" rtl="0" algn="l">
              <a:lnSpc>
                <a:spcPct val="110000"/>
              </a:lnSpc>
              <a:spcBef>
                <a:spcPts val="320"/>
              </a:spcBef>
              <a:spcAft>
                <a:spcPts val="0"/>
              </a:spcAft>
              <a:buSzPts val="1472"/>
              <a:buNone/>
              <a:defRPr sz="1600" cap="none">
                <a:solidFill>
                  <a:schemeClr val="accent1"/>
                </a:solidFill>
              </a:defRPr>
            </a:lvl1pPr>
            <a:lvl2pPr lvl="1" rtl="0" algn="ctr">
              <a:spcBef>
                <a:spcPts val="600"/>
              </a:spcBef>
              <a:spcAft>
                <a:spcPts val="0"/>
              </a:spcAft>
              <a:buSzPts val="1288"/>
              <a:buNone/>
              <a:defRPr>
                <a:solidFill>
                  <a:srgbClr val="888888"/>
                </a:solidFill>
              </a:defRPr>
            </a:lvl2pPr>
            <a:lvl3pPr lvl="2" rtl="0" algn="ctr">
              <a:spcBef>
                <a:spcPts val="600"/>
              </a:spcBef>
              <a:spcAft>
                <a:spcPts val="0"/>
              </a:spcAft>
              <a:buSzPts val="1196"/>
              <a:buNone/>
              <a:defRPr>
                <a:solidFill>
                  <a:srgbClr val="888888"/>
                </a:solidFill>
              </a:defRPr>
            </a:lvl3pPr>
            <a:lvl4pPr lvl="3" rtl="0" algn="ctr">
              <a:spcBef>
                <a:spcPts val="600"/>
              </a:spcBef>
              <a:spcAft>
                <a:spcPts val="0"/>
              </a:spcAft>
              <a:buSzPts val="1012"/>
              <a:buNone/>
              <a:defRPr>
                <a:solidFill>
                  <a:srgbClr val="888888"/>
                </a:solidFill>
              </a:defRPr>
            </a:lvl4pPr>
            <a:lvl5pPr lvl="4" rtl="0" algn="ctr">
              <a:spcBef>
                <a:spcPts val="600"/>
              </a:spcBef>
              <a:spcAft>
                <a:spcPts val="0"/>
              </a:spcAft>
              <a:buSzPts val="1012"/>
              <a:buNone/>
              <a:defRPr>
                <a:solidFill>
                  <a:srgbClr val="888888"/>
                </a:solidFill>
              </a:defRPr>
            </a:lvl5pPr>
            <a:lvl6pPr lvl="5" rtl="0" algn="ctr">
              <a:spcBef>
                <a:spcPts val="600"/>
              </a:spcBef>
              <a:spcAft>
                <a:spcPts val="0"/>
              </a:spcAft>
              <a:buSzPts val="1104"/>
              <a:buNone/>
              <a:defRPr>
                <a:solidFill>
                  <a:srgbClr val="888888"/>
                </a:solidFill>
              </a:defRPr>
            </a:lvl6pPr>
            <a:lvl7pPr lvl="6" rtl="0" algn="ctr">
              <a:spcBef>
                <a:spcPts val="600"/>
              </a:spcBef>
              <a:spcAft>
                <a:spcPts val="0"/>
              </a:spcAft>
              <a:buSzPts val="1104"/>
              <a:buNone/>
              <a:defRPr>
                <a:solidFill>
                  <a:srgbClr val="888888"/>
                </a:solidFill>
              </a:defRPr>
            </a:lvl7pPr>
            <a:lvl8pPr lvl="7" rtl="0" algn="ctr">
              <a:spcBef>
                <a:spcPts val="600"/>
              </a:spcBef>
              <a:spcAft>
                <a:spcPts val="0"/>
              </a:spcAft>
              <a:buSzPts val="1104"/>
              <a:buNone/>
              <a:defRPr>
                <a:solidFill>
                  <a:srgbClr val="888888"/>
                </a:solidFill>
              </a:defRPr>
            </a:lvl8pPr>
            <a:lvl9pPr lvl="8" rtl="0" algn="ctr">
              <a:spcBef>
                <a:spcPts val="600"/>
              </a:spcBef>
              <a:spcAft>
                <a:spcPts val="600"/>
              </a:spcAft>
              <a:buSzPts val="1104"/>
              <a:buNone/>
              <a:defRPr>
                <a:solidFill>
                  <a:srgbClr val="888888"/>
                </a:solidFill>
              </a:defRPr>
            </a:lvl9pPr>
          </a:lstStyle>
          <a:p/>
        </p:txBody>
      </p:sp>
      <p:sp>
        <p:nvSpPr>
          <p:cNvPr id="206" name="Google Shape;206;p2"/>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7" name="Google Shape;207;p2"/>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08" name="Google Shape;208;p2"/>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9" name="Shape 209"/>
        <p:cNvGrpSpPr/>
        <p:nvPr/>
      </p:nvGrpSpPr>
      <p:grpSpPr>
        <a:xfrm>
          <a:off x="0" y="0"/>
          <a:ext cx="0" cy="0"/>
          <a:chOff x="0" y="0"/>
          <a:chExt cx="0" cy="0"/>
        </a:xfrm>
      </p:grpSpPr>
      <p:sp>
        <p:nvSpPr>
          <p:cNvPr id="210" name="Google Shape;210;p3"/>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11" name="Google Shape;211;p3"/>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12" name="Google Shape;212;p3"/>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4"/>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15" name="Google Shape;215;p4"/>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16" name="Google Shape;216;p4"/>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5"/>
          <p:cNvSpPr txBox="1"/>
          <p:nvPr>
            <p:ph type="title"/>
          </p:nvPr>
        </p:nvSpPr>
        <p:spPr>
          <a:xfrm>
            <a:off x="575894" y="729658"/>
            <a:ext cx="11029500" cy="5922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19" name="Google Shape;219;p5"/>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20" name="Google Shape;220;p5"/>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21" name="Google Shape;221;p5"/>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2" name="Shape 222"/>
        <p:cNvGrpSpPr/>
        <p:nvPr/>
      </p:nvGrpSpPr>
      <p:grpSpPr>
        <a:xfrm>
          <a:off x="0" y="0"/>
          <a:ext cx="0" cy="0"/>
          <a:chOff x="0" y="0"/>
          <a:chExt cx="0" cy="0"/>
        </a:xfrm>
      </p:grpSpPr>
      <p:sp>
        <p:nvSpPr>
          <p:cNvPr id="223" name="Google Shape;223;p6"/>
          <p:cNvSpPr/>
          <p:nvPr/>
        </p:nvSpPr>
        <p:spPr>
          <a:xfrm>
            <a:off x="447817" y="5141974"/>
            <a:ext cx="11290800" cy="12588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txBox="1"/>
          <p:nvPr>
            <p:ph type="title"/>
          </p:nvPr>
        </p:nvSpPr>
        <p:spPr>
          <a:xfrm>
            <a:off x="581193" y="2393950"/>
            <a:ext cx="11029500" cy="21474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25" name="Google Shape;225;p6"/>
          <p:cNvSpPr txBox="1"/>
          <p:nvPr>
            <p:ph idx="1" type="body"/>
          </p:nvPr>
        </p:nvSpPr>
        <p:spPr>
          <a:xfrm>
            <a:off x="581192" y="4541417"/>
            <a:ext cx="11029500" cy="600600"/>
          </a:xfrm>
          <a:prstGeom prst="rect">
            <a:avLst/>
          </a:prstGeom>
          <a:noFill/>
          <a:ln>
            <a:noFill/>
          </a:ln>
        </p:spPr>
        <p:txBody>
          <a:bodyPr anchorCtr="0" anchor="t" bIns="45700" lIns="91425" spcFirstLastPara="1" rIns="91425" wrap="square" tIns="45700">
            <a:normAutofit/>
          </a:bodyPr>
          <a:lstStyle>
            <a:lvl1pPr indent="-228600" lvl="0" marL="457200" rtl="0" algn="l">
              <a:lnSpc>
                <a:spcPct val="110000"/>
              </a:lnSpc>
              <a:spcBef>
                <a:spcPts val="360"/>
              </a:spcBef>
              <a:spcAft>
                <a:spcPts val="0"/>
              </a:spcAft>
              <a:buSzPts val="1656"/>
              <a:buNone/>
              <a:defRPr sz="1800" cap="none">
                <a:solidFill>
                  <a:schemeClr val="accent1"/>
                </a:solidFill>
              </a:defRPr>
            </a:lvl1pPr>
            <a:lvl2pPr indent="-228600" lvl="1" marL="914400" rtl="0" algn="l">
              <a:spcBef>
                <a:spcPts val="600"/>
              </a:spcBef>
              <a:spcAft>
                <a:spcPts val="0"/>
              </a:spcAft>
              <a:buSzPts val="1656"/>
              <a:buNone/>
              <a:defRPr sz="1800">
                <a:solidFill>
                  <a:srgbClr val="888888"/>
                </a:solidFill>
              </a:defRPr>
            </a:lvl2pPr>
            <a:lvl3pPr indent="-228600" lvl="2" marL="1371600" rtl="0" algn="l">
              <a:spcBef>
                <a:spcPts val="600"/>
              </a:spcBef>
              <a:spcAft>
                <a:spcPts val="0"/>
              </a:spcAft>
              <a:buSzPts val="1472"/>
              <a:buNone/>
              <a:defRPr sz="1600">
                <a:solidFill>
                  <a:srgbClr val="888888"/>
                </a:solidFill>
              </a:defRPr>
            </a:lvl3pPr>
            <a:lvl4pPr indent="-228600" lvl="3" marL="1828800" rtl="0" algn="l">
              <a:spcBef>
                <a:spcPts val="600"/>
              </a:spcBef>
              <a:spcAft>
                <a:spcPts val="0"/>
              </a:spcAft>
              <a:buSzPts val="1288"/>
              <a:buNone/>
              <a:defRPr sz="1400">
                <a:solidFill>
                  <a:srgbClr val="888888"/>
                </a:solidFill>
              </a:defRPr>
            </a:lvl4pPr>
            <a:lvl5pPr indent="-228600" lvl="4" marL="2286000" rtl="0" algn="l">
              <a:spcBef>
                <a:spcPts val="600"/>
              </a:spcBef>
              <a:spcAft>
                <a:spcPts val="0"/>
              </a:spcAft>
              <a:buSzPts val="1288"/>
              <a:buNone/>
              <a:defRPr sz="1400">
                <a:solidFill>
                  <a:srgbClr val="888888"/>
                </a:solidFill>
              </a:defRPr>
            </a:lvl5pPr>
            <a:lvl6pPr indent="-228600" lvl="5" marL="2743200" rtl="0" algn="l">
              <a:spcBef>
                <a:spcPts val="600"/>
              </a:spcBef>
              <a:spcAft>
                <a:spcPts val="0"/>
              </a:spcAft>
              <a:buSzPts val="1288"/>
              <a:buNone/>
              <a:defRPr sz="1400">
                <a:solidFill>
                  <a:srgbClr val="888888"/>
                </a:solidFill>
              </a:defRPr>
            </a:lvl6pPr>
            <a:lvl7pPr indent="-228600" lvl="6" marL="3200400" rtl="0" algn="l">
              <a:spcBef>
                <a:spcPts val="600"/>
              </a:spcBef>
              <a:spcAft>
                <a:spcPts val="0"/>
              </a:spcAft>
              <a:buSzPts val="1288"/>
              <a:buNone/>
              <a:defRPr sz="1400">
                <a:solidFill>
                  <a:srgbClr val="888888"/>
                </a:solidFill>
              </a:defRPr>
            </a:lvl7pPr>
            <a:lvl8pPr indent="-228600" lvl="7" marL="3657600" rtl="0" algn="l">
              <a:spcBef>
                <a:spcPts val="600"/>
              </a:spcBef>
              <a:spcAft>
                <a:spcPts val="0"/>
              </a:spcAft>
              <a:buSzPts val="1288"/>
              <a:buNone/>
              <a:defRPr sz="1400">
                <a:solidFill>
                  <a:srgbClr val="888888"/>
                </a:solidFill>
              </a:defRPr>
            </a:lvl8pPr>
            <a:lvl9pPr indent="-228600" lvl="8" marL="4114800" rtl="0" algn="l">
              <a:spcBef>
                <a:spcPts val="600"/>
              </a:spcBef>
              <a:spcAft>
                <a:spcPts val="600"/>
              </a:spcAft>
              <a:buSzPts val="1288"/>
              <a:buNone/>
              <a:defRPr sz="1400">
                <a:solidFill>
                  <a:srgbClr val="888888"/>
                </a:solidFill>
              </a:defRPr>
            </a:lvl9pPr>
          </a:lstStyle>
          <a:p/>
        </p:txBody>
      </p:sp>
      <p:sp>
        <p:nvSpPr>
          <p:cNvPr id="226" name="Google Shape;226;p6"/>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27" name="Google Shape;227;p6"/>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28" name="Google Shape;228;p6"/>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9" name="Shape 229"/>
        <p:cNvGrpSpPr/>
        <p:nvPr/>
      </p:nvGrpSpPr>
      <p:grpSpPr>
        <a:xfrm>
          <a:off x="0" y="0"/>
          <a:ext cx="0" cy="0"/>
          <a:chOff x="0" y="0"/>
          <a:chExt cx="0" cy="0"/>
        </a:xfrm>
      </p:grpSpPr>
      <p:sp>
        <p:nvSpPr>
          <p:cNvPr id="230" name="Google Shape;230;p7"/>
          <p:cNvSpPr txBox="1"/>
          <p:nvPr>
            <p:ph type="title"/>
          </p:nvPr>
        </p:nvSpPr>
        <p:spPr>
          <a:xfrm>
            <a:off x="581193" y="729658"/>
            <a:ext cx="11029500" cy="4929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31" name="Google Shape;231;p7"/>
          <p:cNvSpPr txBox="1"/>
          <p:nvPr>
            <p:ph idx="1" type="body"/>
          </p:nvPr>
        </p:nvSpPr>
        <p:spPr>
          <a:xfrm>
            <a:off x="581193" y="1391479"/>
            <a:ext cx="5194800" cy="4469700"/>
          </a:xfrm>
          <a:prstGeom prst="rect">
            <a:avLst/>
          </a:prstGeom>
          <a:noFill/>
          <a:ln>
            <a:noFill/>
          </a:ln>
        </p:spPr>
        <p:txBody>
          <a:bodyPr anchorCtr="0" anchor="ctr"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32" name="Google Shape;232;p7"/>
          <p:cNvSpPr txBox="1"/>
          <p:nvPr>
            <p:ph idx="2" type="body"/>
          </p:nvPr>
        </p:nvSpPr>
        <p:spPr>
          <a:xfrm>
            <a:off x="6416039" y="1391479"/>
            <a:ext cx="5194800" cy="4469700"/>
          </a:xfrm>
          <a:prstGeom prst="rect">
            <a:avLst/>
          </a:prstGeom>
          <a:noFill/>
          <a:ln>
            <a:noFill/>
          </a:ln>
        </p:spPr>
        <p:txBody>
          <a:bodyPr anchorCtr="0" anchor="ctr"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33" name="Google Shape;233;p7"/>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34" name="Google Shape;234;p7"/>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35" name="Google Shape;235;p7"/>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36" name="Shape 236"/>
        <p:cNvGrpSpPr/>
        <p:nvPr/>
      </p:nvGrpSpPr>
      <p:grpSpPr>
        <a:xfrm>
          <a:off x="0" y="0"/>
          <a:ext cx="0" cy="0"/>
          <a:chOff x="0" y="0"/>
          <a:chExt cx="0" cy="0"/>
        </a:xfrm>
      </p:grpSpPr>
      <p:sp>
        <p:nvSpPr>
          <p:cNvPr id="237" name="Google Shape;237;p8"/>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38" name="Google Shape;238;p8"/>
          <p:cNvSpPr txBox="1"/>
          <p:nvPr>
            <p:ph idx="1" type="body"/>
          </p:nvPr>
        </p:nvSpPr>
        <p:spPr>
          <a:xfrm>
            <a:off x="581191" y="2250891"/>
            <a:ext cx="5194800" cy="557700"/>
          </a:xfrm>
          <a:prstGeom prst="rect">
            <a:avLst/>
          </a:prstGeom>
          <a:noFill/>
          <a:ln>
            <a:noFill/>
          </a:ln>
        </p:spPr>
        <p:txBody>
          <a:bodyPr anchorCtr="0" anchor="ctr" bIns="45700" lIns="91425" spcFirstLastPara="1" rIns="91425" wrap="square" tIns="45700">
            <a:noAutofit/>
          </a:bodyPr>
          <a:lstStyle>
            <a:lvl1pPr indent="-228600" lvl="0" marL="457200" rtl="0" algn="l">
              <a:lnSpc>
                <a:spcPct val="110000"/>
              </a:lnSpc>
              <a:spcBef>
                <a:spcPts val="400"/>
              </a:spcBef>
              <a:spcAft>
                <a:spcPts val="0"/>
              </a:spcAft>
              <a:buSzPts val="1840"/>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239" name="Google Shape;239;p8"/>
          <p:cNvSpPr txBox="1"/>
          <p:nvPr>
            <p:ph idx="2" type="body"/>
          </p:nvPr>
        </p:nvSpPr>
        <p:spPr>
          <a:xfrm>
            <a:off x="581194" y="2926052"/>
            <a:ext cx="5194800" cy="2934900"/>
          </a:xfrm>
          <a:prstGeom prst="rect">
            <a:avLst/>
          </a:prstGeom>
          <a:noFill/>
          <a:ln>
            <a:noFill/>
          </a:ln>
        </p:spPr>
        <p:txBody>
          <a:bodyPr anchorCtr="0" anchor="t"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40" name="Google Shape;240;p8"/>
          <p:cNvSpPr txBox="1"/>
          <p:nvPr>
            <p:ph idx="3" type="body"/>
          </p:nvPr>
        </p:nvSpPr>
        <p:spPr>
          <a:xfrm>
            <a:off x="6416039" y="2250892"/>
            <a:ext cx="5194800" cy="553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241" name="Google Shape;241;p8"/>
          <p:cNvSpPr txBox="1"/>
          <p:nvPr>
            <p:ph idx="4" type="body"/>
          </p:nvPr>
        </p:nvSpPr>
        <p:spPr>
          <a:xfrm>
            <a:off x="6416037" y="2926052"/>
            <a:ext cx="5194800" cy="2934900"/>
          </a:xfrm>
          <a:prstGeom prst="rect">
            <a:avLst/>
          </a:prstGeom>
          <a:noFill/>
          <a:ln>
            <a:noFill/>
          </a:ln>
        </p:spPr>
        <p:txBody>
          <a:bodyPr anchorCtr="0" anchor="t"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42" name="Google Shape;242;p8"/>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43" name="Google Shape;243;p8"/>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44" name="Google Shape;244;p8"/>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45" name="Shape 245"/>
        <p:cNvGrpSpPr/>
        <p:nvPr/>
      </p:nvGrpSpPr>
      <p:grpSpPr>
        <a:xfrm>
          <a:off x="0" y="0"/>
          <a:ext cx="0" cy="0"/>
          <a:chOff x="0" y="0"/>
          <a:chExt cx="0" cy="0"/>
        </a:xfrm>
      </p:grpSpPr>
      <p:sp>
        <p:nvSpPr>
          <p:cNvPr id="246" name="Google Shape;246;p9"/>
          <p:cNvSpPr/>
          <p:nvPr/>
        </p:nvSpPr>
        <p:spPr>
          <a:xfrm>
            <a:off x="447817" y="601200"/>
            <a:ext cx="3682800" cy="58155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txBox="1"/>
          <p:nvPr>
            <p:ph type="title"/>
          </p:nvPr>
        </p:nvSpPr>
        <p:spPr>
          <a:xfrm>
            <a:off x="767857" y="933450"/>
            <a:ext cx="3031800" cy="17223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FFFFFF"/>
              </a:buClr>
              <a:buSzPts val="2400"/>
              <a:buFont typeface="Franklin Gothic"/>
              <a:buNone/>
              <a:defRPr b="0" sz="2400">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48" name="Google Shape;248;p9"/>
          <p:cNvSpPr txBox="1"/>
          <p:nvPr>
            <p:ph idx="1" type="body"/>
          </p:nvPr>
        </p:nvSpPr>
        <p:spPr>
          <a:xfrm>
            <a:off x="4900928" y="1179829"/>
            <a:ext cx="6651000" cy="4658100"/>
          </a:xfrm>
          <a:prstGeom prst="rect">
            <a:avLst/>
          </a:prstGeom>
          <a:noFill/>
          <a:ln>
            <a:noFill/>
          </a:ln>
        </p:spPr>
        <p:txBody>
          <a:bodyPr anchorCtr="0" anchor="ctr" bIns="45700" lIns="91425" spcFirstLastPara="1" rIns="91425" wrap="square" tIns="45700">
            <a:normAutofit/>
          </a:bodyPr>
          <a:lstStyle>
            <a:lvl1pPr indent="-345440" lvl="0" marL="457200" rtl="0" algn="l">
              <a:lnSpc>
                <a:spcPct val="110000"/>
              </a:lnSpc>
              <a:spcBef>
                <a:spcPts val="400"/>
              </a:spcBef>
              <a:spcAft>
                <a:spcPts val="0"/>
              </a:spcAft>
              <a:buSzPts val="1840"/>
              <a:buChar char="◼"/>
              <a:defRPr sz="2000">
                <a:solidFill>
                  <a:schemeClr val="dk2"/>
                </a:solidFill>
              </a:defRPr>
            </a:lvl1pPr>
            <a:lvl2pPr indent="-333756" lvl="1" marL="914400" rtl="0" algn="l">
              <a:spcBef>
                <a:spcPts val="600"/>
              </a:spcBef>
              <a:spcAft>
                <a:spcPts val="0"/>
              </a:spcAft>
              <a:buSzPts val="1656"/>
              <a:buChar char="◼"/>
              <a:defRPr sz="1800">
                <a:solidFill>
                  <a:schemeClr val="dk2"/>
                </a:solidFill>
              </a:defRPr>
            </a:lvl2pPr>
            <a:lvl3pPr indent="-322072" lvl="2" marL="1371600" rtl="0" algn="l">
              <a:spcBef>
                <a:spcPts val="600"/>
              </a:spcBef>
              <a:spcAft>
                <a:spcPts val="0"/>
              </a:spcAft>
              <a:buSzPts val="1472"/>
              <a:buChar char="◼"/>
              <a:defRPr sz="1600">
                <a:solidFill>
                  <a:schemeClr val="dk2"/>
                </a:solidFill>
              </a:defRPr>
            </a:lvl3pPr>
            <a:lvl4pPr indent="-310388" lvl="3" marL="1828800" rtl="0" algn="l">
              <a:spcBef>
                <a:spcPts val="600"/>
              </a:spcBef>
              <a:spcAft>
                <a:spcPts val="0"/>
              </a:spcAft>
              <a:buSzPts val="1288"/>
              <a:buChar char="◼"/>
              <a:defRPr sz="1400">
                <a:solidFill>
                  <a:schemeClr val="dk2"/>
                </a:solidFill>
              </a:defRPr>
            </a:lvl4pPr>
            <a:lvl5pPr indent="-310388" lvl="4" marL="2286000" rtl="0" algn="l">
              <a:spcBef>
                <a:spcPts val="600"/>
              </a:spcBef>
              <a:spcAft>
                <a:spcPts val="0"/>
              </a:spcAft>
              <a:buSzPts val="1288"/>
              <a:buChar char="◼"/>
              <a:defRPr sz="1400">
                <a:solidFill>
                  <a:schemeClr val="dk2"/>
                </a:solidFill>
              </a:defRPr>
            </a:lvl5pPr>
            <a:lvl6pPr indent="-310388" lvl="5" marL="2743200" rtl="0" algn="l">
              <a:spcBef>
                <a:spcPts val="600"/>
              </a:spcBef>
              <a:spcAft>
                <a:spcPts val="0"/>
              </a:spcAft>
              <a:buSzPts val="1288"/>
              <a:buChar char="◼"/>
              <a:defRPr sz="1400">
                <a:solidFill>
                  <a:schemeClr val="dk2"/>
                </a:solidFill>
              </a:defRPr>
            </a:lvl6pPr>
            <a:lvl7pPr indent="-310388" lvl="6" marL="3200400" rtl="0" algn="l">
              <a:spcBef>
                <a:spcPts val="600"/>
              </a:spcBef>
              <a:spcAft>
                <a:spcPts val="0"/>
              </a:spcAft>
              <a:buSzPts val="1288"/>
              <a:buChar char="◼"/>
              <a:defRPr sz="1400">
                <a:solidFill>
                  <a:schemeClr val="dk2"/>
                </a:solidFill>
              </a:defRPr>
            </a:lvl7pPr>
            <a:lvl8pPr indent="-310388" lvl="7" marL="3657600" rtl="0" algn="l">
              <a:spcBef>
                <a:spcPts val="600"/>
              </a:spcBef>
              <a:spcAft>
                <a:spcPts val="0"/>
              </a:spcAft>
              <a:buSzPts val="1288"/>
              <a:buChar char="◼"/>
              <a:defRPr sz="1400">
                <a:solidFill>
                  <a:schemeClr val="dk2"/>
                </a:solidFill>
              </a:defRPr>
            </a:lvl8pPr>
            <a:lvl9pPr indent="-310388" lvl="8" marL="4114800" rtl="0" algn="l">
              <a:spcBef>
                <a:spcPts val="600"/>
              </a:spcBef>
              <a:spcAft>
                <a:spcPts val="600"/>
              </a:spcAft>
              <a:buSzPts val="1288"/>
              <a:buChar char="◼"/>
              <a:defRPr sz="1400">
                <a:solidFill>
                  <a:schemeClr val="dk2"/>
                </a:solidFill>
              </a:defRPr>
            </a:lvl9pPr>
          </a:lstStyle>
          <a:p/>
        </p:txBody>
      </p:sp>
      <p:sp>
        <p:nvSpPr>
          <p:cNvPr id="249" name="Google Shape;249;p9"/>
          <p:cNvSpPr txBox="1"/>
          <p:nvPr>
            <p:ph idx="2" type="body"/>
          </p:nvPr>
        </p:nvSpPr>
        <p:spPr>
          <a:xfrm>
            <a:off x="767857" y="2836654"/>
            <a:ext cx="3031800" cy="3001500"/>
          </a:xfrm>
          <a:prstGeom prst="rect">
            <a:avLst/>
          </a:prstGeom>
          <a:noFill/>
          <a:ln>
            <a:noFill/>
          </a:ln>
        </p:spPr>
        <p:txBody>
          <a:bodyPr anchorCtr="0" anchor="t" bIns="45700" lIns="91425" spcFirstLastPara="1" rIns="91425" wrap="square" tIns="45700">
            <a:normAutofit/>
          </a:bodyPr>
          <a:lstStyle>
            <a:lvl1pPr indent="-228600" lvl="0" marL="457200" rtl="0" algn="l">
              <a:lnSpc>
                <a:spcPct val="110000"/>
              </a:lnSpc>
              <a:spcBef>
                <a:spcPts val="320"/>
              </a:spcBef>
              <a:spcAft>
                <a:spcPts val="0"/>
              </a:spcAft>
              <a:buSzPts val="1472"/>
              <a:buNone/>
              <a:defRPr sz="1600">
                <a:solidFill>
                  <a:srgbClr val="FFFFFF"/>
                </a:solidFill>
              </a:defRPr>
            </a:lvl1pPr>
            <a:lvl2pPr indent="-228600" lvl="1" marL="914400" rtl="0" algn="l">
              <a:spcBef>
                <a:spcPts val="600"/>
              </a:spcBef>
              <a:spcAft>
                <a:spcPts val="0"/>
              </a:spcAft>
              <a:buSzPts val="1012"/>
              <a:buNone/>
              <a:defRPr sz="11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250" name="Google Shape;250;p9"/>
          <p:cNvSpPr txBox="1"/>
          <p:nvPr>
            <p:ph idx="10" type="dt"/>
          </p:nvPr>
        </p:nvSpPr>
        <p:spPr>
          <a:xfrm>
            <a:off x="7605951" y="6456916"/>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51" name="Google Shape;251;p9"/>
          <p:cNvSpPr txBox="1"/>
          <p:nvPr>
            <p:ph idx="11" type="ftr"/>
          </p:nvPr>
        </p:nvSpPr>
        <p:spPr>
          <a:xfrm>
            <a:off x="581192" y="6452590"/>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52" name="Google Shape;252;p9"/>
          <p:cNvSpPr txBox="1"/>
          <p:nvPr>
            <p:ph idx="12" type="sldNum"/>
          </p:nvPr>
        </p:nvSpPr>
        <p:spPr>
          <a:xfrm>
            <a:off x="10558300" y="6456916"/>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3" name="Shape 253"/>
        <p:cNvGrpSpPr/>
        <p:nvPr/>
      </p:nvGrpSpPr>
      <p:grpSpPr>
        <a:xfrm>
          <a:off x="0" y="0"/>
          <a:ext cx="0" cy="0"/>
          <a:chOff x="0" y="0"/>
          <a:chExt cx="0" cy="0"/>
        </a:xfrm>
      </p:grpSpPr>
      <p:sp>
        <p:nvSpPr>
          <p:cNvPr id="254" name="Google Shape;254;p10"/>
          <p:cNvSpPr txBox="1"/>
          <p:nvPr>
            <p:ph type="title"/>
          </p:nvPr>
        </p:nvSpPr>
        <p:spPr>
          <a:xfrm>
            <a:off x="581193" y="4693389"/>
            <a:ext cx="11029500" cy="5667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2400"/>
              <a:buFont typeface="Franklin Gothic"/>
              <a:buNone/>
              <a:defRPr b="0" sz="2400">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55" name="Google Shape;255;p10"/>
          <p:cNvSpPr/>
          <p:nvPr>
            <p:ph idx="2" type="pic"/>
          </p:nvPr>
        </p:nvSpPr>
        <p:spPr>
          <a:xfrm>
            <a:off x="447817" y="641350"/>
            <a:ext cx="11290800" cy="3651300"/>
          </a:xfrm>
          <a:prstGeom prst="rect">
            <a:avLst/>
          </a:prstGeom>
          <a:noFill/>
          <a:ln>
            <a:noFill/>
          </a:ln>
        </p:spPr>
        <p:txBody>
          <a:bodyPr anchorCtr="0" anchor="t" bIns="45700" lIns="91425" spcFirstLastPara="1" rIns="91425" wrap="square" tIns="45700">
            <a:normAutofit/>
          </a:bodyPr>
          <a:lstStyle>
            <a:lvl1pPr lvl="0" marR="0" rtl="0" algn="ctr">
              <a:lnSpc>
                <a:spcPct val="110000"/>
              </a:lnSpc>
              <a:spcBef>
                <a:spcPts val="320"/>
              </a:spcBef>
              <a:spcAft>
                <a:spcPts val="0"/>
              </a:spcAft>
              <a:buClr>
                <a:schemeClr val="accent1"/>
              </a:buClr>
              <a:buSzPts val="1472"/>
              <a:buFont typeface="Noto Sans Symbols"/>
              <a:buNone/>
              <a:defRPr b="0" i="0" sz="1600" u="none" cap="none" strike="noStrike">
                <a:solidFill>
                  <a:srgbClr val="3F3F3F"/>
                </a:solidFill>
                <a:latin typeface="Libre Franklin"/>
                <a:ea typeface="Libre Franklin"/>
                <a:cs typeface="Libre Franklin"/>
                <a:sym typeface="Libre Franklin"/>
              </a:defRPr>
            </a:lvl1pPr>
            <a:lvl2pPr lvl="1" marR="0" rtl="0" algn="l">
              <a:spcBef>
                <a:spcPts val="600"/>
              </a:spcBef>
              <a:spcAft>
                <a:spcPts val="0"/>
              </a:spcAft>
              <a:buClr>
                <a:schemeClr val="accent1"/>
              </a:buClr>
              <a:buSzPts val="1472"/>
              <a:buFont typeface="Noto Sans Symbols"/>
              <a:buNone/>
              <a:defRPr b="0" i="0" sz="1600" u="none" cap="none" strike="noStrike">
                <a:solidFill>
                  <a:srgbClr val="3F3F3F"/>
                </a:solidFill>
                <a:latin typeface="Libre Franklin"/>
                <a:ea typeface="Libre Franklin"/>
                <a:cs typeface="Libre Franklin"/>
                <a:sym typeface="Libre Franklin"/>
              </a:defRPr>
            </a:lvl2pPr>
            <a:lvl3pPr lvl="2" marR="0" rtl="0" algn="l">
              <a:spcBef>
                <a:spcPts val="600"/>
              </a:spcBef>
              <a:spcAft>
                <a:spcPts val="0"/>
              </a:spcAft>
              <a:buClr>
                <a:schemeClr val="accent1"/>
              </a:buClr>
              <a:buSzPts val="1472"/>
              <a:buFont typeface="Noto Sans Symbols"/>
              <a:buNone/>
              <a:defRPr b="0" i="0" sz="1600" u="none" cap="none" strike="noStrike">
                <a:solidFill>
                  <a:srgbClr val="3F3F3F"/>
                </a:solidFill>
                <a:latin typeface="Libre Franklin"/>
                <a:ea typeface="Libre Franklin"/>
                <a:cs typeface="Libre Franklin"/>
                <a:sym typeface="Libre Franklin"/>
              </a:defRPr>
            </a:lvl3pPr>
            <a:lvl4pPr lvl="3" marR="0" rtl="0" algn="l">
              <a:spcBef>
                <a:spcPts val="600"/>
              </a:spcBef>
              <a:spcAft>
                <a:spcPts val="0"/>
              </a:spcAft>
              <a:buClr>
                <a:schemeClr val="accent1"/>
              </a:buClr>
              <a:buSzPts val="1472"/>
              <a:buFont typeface="Noto Sans Symbols"/>
              <a:buNone/>
              <a:defRPr b="0" i="0" sz="1600" u="none" cap="none" strike="noStrike">
                <a:solidFill>
                  <a:srgbClr val="3F3F3F"/>
                </a:solidFill>
                <a:latin typeface="Libre Franklin"/>
                <a:ea typeface="Libre Franklin"/>
                <a:cs typeface="Libre Franklin"/>
                <a:sym typeface="Libre Franklin"/>
              </a:defRPr>
            </a:lvl4pPr>
            <a:lvl5pPr lvl="4" marR="0" rtl="0" algn="l">
              <a:spcBef>
                <a:spcPts val="600"/>
              </a:spcBef>
              <a:spcAft>
                <a:spcPts val="0"/>
              </a:spcAft>
              <a:buClr>
                <a:schemeClr val="accent1"/>
              </a:buClr>
              <a:buSzPts val="1472"/>
              <a:buFont typeface="Noto Sans Symbols"/>
              <a:buNone/>
              <a:defRPr b="0" i="0" sz="1600" u="none" cap="none" strike="noStrike">
                <a:solidFill>
                  <a:srgbClr val="3F3F3F"/>
                </a:solidFill>
                <a:latin typeface="Libre Franklin"/>
                <a:ea typeface="Libre Franklin"/>
                <a:cs typeface="Libre Franklin"/>
                <a:sym typeface="Libre Franklin"/>
              </a:defRPr>
            </a:lvl5pPr>
            <a:lvl6pPr lvl="5" marR="0" rtl="0" algn="l">
              <a:spcBef>
                <a:spcPts val="600"/>
              </a:spcBef>
              <a:spcAft>
                <a:spcPts val="0"/>
              </a:spcAft>
              <a:buClr>
                <a:schemeClr val="accent2"/>
              </a:buClr>
              <a:buSzPts val="1472"/>
              <a:buFont typeface="Noto Sans Symbols"/>
              <a:buNone/>
              <a:defRPr b="0" i="0" sz="1600" u="none" cap="none" strike="noStrike">
                <a:solidFill>
                  <a:schemeClr val="dk2"/>
                </a:solidFill>
                <a:latin typeface="Libre Franklin"/>
                <a:ea typeface="Libre Franklin"/>
                <a:cs typeface="Libre Franklin"/>
                <a:sym typeface="Libre Franklin"/>
              </a:defRPr>
            </a:lvl6pPr>
            <a:lvl7pPr lvl="6" marR="0" rtl="0" algn="l">
              <a:spcBef>
                <a:spcPts val="600"/>
              </a:spcBef>
              <a:spcAft>
                <a:spcPts val="0"/>
              </a:spcAft>
              <a:buClr>
                <a:schemeClr val="accent2"/>
              </a:buClr>
              <a:buSzPts val="1472"/>
              <a:buFont typeface="Noto Sans Symbols"/>
              <a:buNone/>
              <a:defRPr b="0" i="0" sz="1600" u="none" cap="none" strike="noStrike">
                <a:solidFill>
                  <a:schemeClr val="dk2"/>
                </a:solidFill>
                <a:latin typeface="Libre Franklin"/>
                <a:ea typeface="Libre Franklin"/>
                <a:cs typeface="Libre Franklin"/>
                <a:sym typeface="Libre Franklin"/>
              </a:defRPr>
            </a:lvl7pPr>
            <a:lvl8pPr lvl="7" marR="0" rtl="0" algn="l">
              <a:spcBef>
                <a:spcPts val="600"/>
              </a:spcBef>
              <a:spcAft>
                <a:spcPts val="0"/>
              </a:spcAft>
              <a:buClr>
                <a:schemeClr val="accent2"/>
              </a:buClr>
              <a:buSzPts val="1472"/>
              <a:buFont typeface="Noto Sans Symbols"/>
              <a:buNone/>
              <a:defRPr b="0" i="0" sz="1600" u="none" cap="none" strike="noStrike">
                <a:solidFill>
                  <a:schemeClr val="dk2"/>
                </a:solidFill>
                <a:latin typeface="Libre Franklin"/>
                <a:ea typeface="Libre Franklin"/>
                <a:cs typeface="Libre Franklin"/>
                <a:sym typeface="Libre Franklin"/>
              </a:defRPr>
            </a:lvl8pPr>
            <a:lvl9pPr lvl="8" marR="0" rtl="0" algn="l">
              <a:spcBef>
                <a:spcPts val="600"/>
              </a:spcBef>
              <a:spcAft>
                <a:spcPts val="600"/>
              </a:spcAft>
              <a:buClr>
                <a:schemeClr val="accent2"/>
              </a:buClr>
              <a:buSzPts val="1472"/>
              <a:buFont typeface="Noto Sans Symbols"/>
              <a:buNone/>
              <a:defRPr b="0" i="0" sz="1600" u="none" cap="none" strike="noStrike">
                <a:solidFill>
                  <a:schemeClr val="dk2"/>
                </a:solidFill>
                <a:latin typeface="Libre Franklin"/>
                <a:ea typeface="Libre Franklin"/>
                <a:cs typeface="Libre Franklin"/>
                <a:sym typeface="Libre Franklin"/>
              </a:defRPr>
            </a:lvl9pPr>
          </a:lstStyle>
          <a:p/>
        </p:txBody>
      </p:sp>
      <p:sp>
        <p:nvSpPr>
          <p:cNvPr id="256" name="Google Shape;256;p10"/>
          <p:cNvSpPr txBox="1"/>
          <p:nvPr>
            <p:ph idx="1" type="body"/>
          </p:nvPr>
        </p:nvSpPr>
        <p:spPr>
          <a:xfrm>
            <a:off x="581192" y="5260127"/>
            <a:ext cx="11029500" cy="998100"/>
          </a:xfrm>
          <a:prstGeom prst="rect">
            <a:avLst/>
          </a:prstGeom>
          <a:noFill/>
          <a:ln>
            <a:noFill/>
          </a:ln>
        </p:spPr>
        <p:txBody>
          <a:bodyPr anchorCtr="0" anchor="t" bIns="45700" lIns="91425" spcFirstLastPara="1" rIns="91425" wrap="square" tIns="45700">
            <a:normAutofit/>
          </a:bodyPr>
          <a:lstStyle>
            <a:lvl1pPr indent="-228600" lvl="0" marL="457200" rtl="0" algn="l">
              <a:lnSpc>
                <a:spcPct val="110000"/>
              </a:lnSpc>
              <a:spcBef>
                <a:spcPts val="320"/>
              </a:spcBef>
              <a:spcAft>
                <a:spcPts val="0"/>
              </a:spcAft>
              <a:buSzPts val="1472"/>
              <a:buNone/>
              <a:defRPr sz="1600"/>
            </a:lvl1pPr>
            <a:lvl2pPr indent="-228600" lvl="1" marL="914400" rtl="0" algn="l">
              <a:spcBef>
                <a:spcPts val="600"/>
              </a:spcBef>
              <a:spcAft>
                <a:spcPts val="0"/>
              </a:spcAft>
              <a:buSzPts val="1104"/>
              <a:buNone/>
              <a:defRPr sz="12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257" name="Google Shape;257;p10"/>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58" name="Google Shape;258;p10"/>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59" name="Google Shape;259;p10"/>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0" name="Shape 260"/>
        <p:cNvGrpSpPr/>
        <p:nvPr/>
      </p:nvGrpSpPr>
      <p:grpSpPr>
        <a:xfrm>
          <a:off x="0" y="0"/>
          <a:ext cx="0" cy="0"/>
          <a:chOff x="0" y="0"/>
          <a:chExt cx="0" cy="0"/>
        </a:xfrm>
      </p:grpSpPr>
      <p:sp>
        <p:nvSpPr>
          <p:cNvPr id="261" name="Google Shape;261;p1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62" name="Google Shape;262;p11"/>
          <p:cNvSpPr txBox="1"/>
          <p:nvPr>
            <p:ph idx="1" type="body"/>
          </p:nvPr>
        </p:nvSpPr>
        <p:spPr>
          <a:xfrm rot="5400000">
            <a:off x="3809608" y="-1813102"/>
            <a:ext cx="4572900" cy="11029500"/>
          </a:xfrm>
          <a:prstGeom prst="rect">
            <a:avLst/>
          </a:prstGeom>
          <a:noFill/>
          <a:ln>
            <a:noFill/>
          </a:ln>
        </p:spPr>
        <p:txBody>
          <a:bodyPr anchorCtr="0" anchor="t" bIns="45700" lIns="91425" spcFirstLastPara="1" rIns="91425" wrap="square" tIns="45700">
            <a:normAutofit/>
          </a:bodyPr>
          <a:lstStyle>
            <a:lvl1pPr indent="-327914" lvl="0" marL="457200" rtl="0" algn="l">
              <a:lnSpc>
                <a:spcPct val="110000"/>
              </a:lnSpc>
              <a:spcBef>
                <a:spcPts val="340"/>
              </a:spcBef>
              <a:spcAft>
                <a:spcPts val="0"/>
              </a:spcAft>
              <a:buSzPts val="1564"/>
              <a:buChar char="◼"/>
              <a:defRPr/>
            </a:lvl1pPr>
            <a:lvl2pPr indent="-310387" lvl="1" marL="914400" rtl="0" algn="l">
              <a:spcBef>
                <a:spcPts val="600"/>
              </a:spcBef>
              <a:spcAft>
                <a:spcPts val="0"/>
              </a:spcAft>
              <a:buSzPts val="1288"/>
              <a:buChar char="◼"/>
              <a:defRPr/>
            </a:lvl2pPr>
            <a:lvl3pPr indent="-304546" lvl="2" marL="1371600" rtl="0" algn="l">
              <a:spcBef>
                <a:spcPts val="600"/>
              </a:spcBef>
              <a:spcAft>
                <a:spcPts val="0"/>
              </a:spcAft>
              <a:buSzPts val="1196"/>
              <a:buChar char="◼"/>
              <a:defRPr/>
            </a:lvl3pPr>
            <a:lvl4pPr indent="-292861" lvl="3" marL="1828800" rtl="0" algn="l">
              <a:spcBef>
                <a:spcPts val="600"/>
              </a:spcBef>
              <a:spcAft>
                <a:spcPts val="0"/>
              </a:spcAft>
              <a:buSzPts val="1012"/>
              <a:buChar char="◼"/>
              <a:defRPr/>
            </a:lvl4pPr>
            <a:lvl5pPr indent="-292861" lvl="4" marL="2286000" rtl="0" algn="l">
              <a:spcBef>
                <a:spcPts val="600"/>
              </a:spcBef>
              <a:spcAft>
                <a:spcPts val="0"/>
              </a:spcAft>
              <a:buSzPts val="1012"/>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63" name="Google Shape;263;p1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64" name="Google Shape;264;p11"/>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65" name="Google Shape;265;p1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66" name="Shape 266"/>
        <p:cNvGrpSpPr/>
        <p:nvPr/>
      </p:nvGrpSpPr>
      <p:grpSpPr>
        <a:xfrm>
          <a:off x="0" y="0"/>
          <a:ext cx="0" cy="0"/>
          <a:chOff x="0" y="0"/>
          <a:chExt cx="0" cy="0"/>
        </a:xfrm>
      </p:grpSpPr>
      <p:sp>
        <p:nvSpPr>
          <p:cNvPr id="267" name="Google Shape;267;p12"/>
          <p:cNvSpPr/>
          <p:nvPr/>
        </p:nvSpPr>
        <p:spPr>
          <a:xfrm>
            <a:off x="8058151" y="599725"/>
            <a:ext cx="3687300" cy="58170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txBox="1"/>
          <p:nvPr>
            <p:ph type="title"/>
          </p:nvPr>
        </p:nvSpPr>
        <p:spPr>
          <a:xfrm rot="5400000">
            <a:off x="7362700" y="1705100"/>
            <a:ext cx="4807200" cy="31242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Clr>
                <a:srgbClr val="FFFFFF"/>
              </a:buClr>
              <a:buSzPts val="2800"/>
              <a:buFont typeface="Franklin Gothic"/>
              <a:buNone/>
              <a:defRPr>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69" name="Google Shape;269;p12"/>
          <p:cNvSpPr txBox="1"/>
          <p:nvPr>
            <p:ph idx="1" type="body"/>
          </p:nvPr>
        </p:nvSpPr>
        <p:spPr>
          <a:xfrm rot="5400000">
            <a:off x="1952148" y="-313600"/>
            <a:ext cx="4807200" cy="7161600"/>
          </a:xfrm>
          <a:prstGeom prst="rect">
            <a:avLst/>
          </a:prstGeom>
          <a:noFill/>
          <a:ln>
            <a:noFill/>
          </a:ln>
        </p:spPr>
        <p:txBody>
          <a:bodyPr anchorCtr="0" anchor="t"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270" name="Google Shape;270;p12"/>
          <p:cNvSpPr/>
          <p:nvPr/>
        </p:nvSpPr>
        <p:spPr>
          <a:xfrm>
            <a:off x="446534" y="457200"/>
            <a:ext cx="3703200" cy="95100"/>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8042147" y="453643"/>
            <a:ext cx="3703200" cy="987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4241830" y="457200"/>
            <a:ext cx="37032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74" name="Google Shape;274;p12"/>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75" name="Google Shape;275;p12"/>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1"/>
          <p:cNvSpPr txBox="1"/>
          <p:nvPr>
            <p:ph type="title"/>
          </p:nvPr>
        </p:nvSpPr>
        <p:spPr>
          <a:xfrm>
            <a:off x="581192" y="705124"/>
            <a:ext cx="11029500" cy="5571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95" name="Google Shape;195;p1"/>
          <p:cNvSpPr txBox="1"/>
          <p:nvPr>
            <p:ph idx="1" type="body"/>
          </p:nvPr>
        </p:nvSpPr>
        <p:spPr>
          <a:xfrm>
            <a:off x="581192" y="1415198"/>
            <a:ext cx="11029500" cy="4572900"/>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7"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1"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1"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96" name="Google Shape;196;p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97" name="Google Shape;197;p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198" name="Google Shape;198;p1"/>
          <p:cNvSpPr/>
          <p:nvPr/>
        </p:nvSpPr>
        <p:spPr>
          <a:xfrm>
            <a:off x="446534" y="457200"/>
            <a:ext cx="3703200" cy="951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
          <p:cNvSpPr/>
          <p:nvPr/>
        </p:nvSpPr>
        <p:spPr>
          <a:xfrm>
            <a:off x="8042147" y="453643"/>
            <a:ext cx="3703200" cy="98700"/>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
          <p:cNvSpPr/>
          <p:nvPr/>
        </p:nvSpPr>
        <p:spPr>
          <a:xfrm>
            <a:off x="4241830" y="457200"/>
            <a:ext cx="37032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10;&#10;Description automatically generated" id="201" name="Google Shape;201;p1"/>
          <p:cNvPicPr preferRelativeResize="0"/>
          <p:nvPr/>
        </p:nvPicPr>
        <p:blipFill rotWithShape="1">
          <a:blip r:embed="rId1">
            <a:alphaModFix/>
          </a:blip>
          <a:srcRect b="0" l="0" r="0" t="0"/>
          <a:stretch/>
        </p:blipFill>
        <p:spPr>
          <a:xfrm>
            <a:off x="10485003" y="6437910"/>
            <a:ext cx="1125804" cy="3651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3"/>
          <p:cNvSpPr txBox="1"/>
          <p:nvPr>
            <p:ph type="ctrTitle"/>
          </p:nvPr>
        </p:nvSpPr>
        <p:spPr>
          <a:xfrm>
            <a:off x="1348811" y="1976094"/>
            <a:ext cx="9144000" cy="977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600"/>
              <a:buFont typeface="Arial"/>
              <a:buNone/>
            </a:pPr>
            <a:r>
              <a:rPr b="1" lang="en-IN">
                <a:solidFill>
                  <a:schemeClr val="accent1"/>
                </a:solidFill>
                <a:latin typeface="Arial"/>
                <a:ea typeface="Arial"/>
                <a:cs typeface="Arial"/>
                <a:sym typeface="Arial"/>
              </a:rPr>
              <a:t>SENTIMENT ANALYSIS</a:t>
            </a:r>
            <a:endParaRPr b="1">
              <a:solidFill>
                <a:schemeClr val="accent1"/>
              </a:solidFill>
              <a:latin typeface="Arial"/>
              <a:ea typeface="Arial"/>
              <a:cs typeface="Arial"/>
              <a:sym typeface="Arial"/>
            </a:endParaRPr>
          </a:p>
        </p:txBody>
      </p:sp>
      <p:sp>
        <p:nvSpPr>
          <p:cNvPr id="281" name="Google Shape;281;p13"/>
          <p:cNvSpPr txBox="1"/>
          <p:nvPr/>
        </p:nvSpPr>
        <p:spPr>
          <a:xfrm>
            <a:off x="-329782" y="1034321"/>
            <a:ext cx="12726600" cy="5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200" u="none" cap="none" strike="noStrike">
                <a:solidFill>
                  <a:srgbClr val="1482AB"/>
                </a:solidFill>
                <a:latin typeface="Arial"/>
                <a:ea typeface="Arial"/>
                <a:cs typeface="Arial"/>
                <a:sym typeface="Arial"/>
              </a:rPr>
              <a:t>CAPSTONE PROJECT</a:t>
            </a:r>
            <a:endParaRPr/>
          </a:p>
        </p:txBody>
      </p:sp>
      <p:sp>
        <p:nvSpPr>
          <p:cNvPr id="282" name="Google Shape;282;p13"/>
          <p:cNvSpPr txBox="1"/>
          <p:nvPr/>
        </p:nvSpPr>
        <p:spPr>
          <a:xfrm>
            <a:off x="3051269" y="3603496"/>
            <a:ext cx="8046300" cy="163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000" u="none" cap="none" strike="noStrike">
                <a:solidFill>
                  <a:srgbClr val="1482AB"/>
                </a:solidFill>
                <a:latin typeface="Arial"/>
                <a:ea typeface="Arial"/>
                <a:cs typeface="Arial"/>
                <a:sym typeface="Arial"/>
              </a:rPr>
              <a:t>Presented By:</a:t>
            </a:r>
            <a:endParaRPr/>
          </a:p>
          <a:p>
            <a:pPr indent="0" lvl="0" marL="0" marR="0" rtl="0" algn="l">
              <a:spcBef>
                <a:spcPts val="0"/>
              </a:spcBef>
              <a:spcAft>
                <a:spcPts val="0"/>
              </a:spcAft>
              <a:buNone/>
            </a:pPr>
            <a:r>
              <a:rPr b="1" lang="en-IN" sz="2000">
                <a:solidFill>
                  <a:srgbClr val="1482AB"/>
                </a:solidFill>
                <a:latin typeface="Arial"/>
                <a:ea typeface="Arial"/>
                <a:cs typeface="Arial"/>
                <a:sym typeface="Arial"/>
              </a:rPr>
              <a:t>1. Student Name : Vemuri Anjali</a:t>
            </a:r>
            <a:endParaRPr/>
          </a:p>
          <a:p>
            <a:pPr indent="0" lvl="0" marL="0" marR="0" rtl="0" algn="l">
              <a:spcBef>
                <a:spcPts val="0"/>
              </a:spcBef>
              <a:spcAft>
                <a:spcPts val="0"/>
              </a:spcAft>
              <a:buNone/>
            </a:pPr>
            <a:r>
              <a:rPr b="1" lang="en-IN" sz="2000">
                <a:solidFill>
                  <a:srgbClr val="1482AB"/>
                </a:solidFill>
                <a:latin typeface="Arial"/>
                <a:ea typeface="Arial"/>
                <a:cs typeface="Arial"/>
                <a:sym typeface="Arial"/>
              </a:rPr>
              <a:t>2.College Name : SRK Institute Of Technology</a:t>
            </a:r>
            <a:endParaRPr/>
          </a:p>
          <a:p>
            <a:pPr indent="0" lvl="0" marL="0" marR="0" rtl="0" algn="l">
              <a:spcBef>
                <a:spcPts val="0"/>
              </a:spcBef>
              <a:spcAft>
                <a:spcPts val="0"/>
              </a:spcAft>
              <a:buNone/>
            </a:pPr>
            <a:r>
              <a:rPr b="1" lang="en-IN" sz="2000">
                <a:solidFill>
                  <a:srgbClr val="1482AB"/>
                </a:solidFill>
                <a:latin typeface="Arial"/>
                <a:ea typeface="Arial"/>
                <a:cs typeface="Arial"/>
                <a:sym typeface="Arial"/>
              </a:rPr>
              <a:t>3.Department:Computer Science And Engineering With </a:t>
            </a:r>
            <a:endParaRPr sz="1800">
              <a:solidFill>
                <a:srgbClr val="1482AB"/>
              </a:solidFill>
              <a:latin typeface="Libre Franklin"/>
              <a:ea typeface="Libre Franklin"/>
              <a:cs typeface="Libre Franklin"/>
              <a:sym typeface="Libre Franklin"/>
            </a:endParaRPr>
          </a:p>
          <a:p>
            <a:pPr indent="0" lvl="0" marL="0" marR="0" rtl="0" algn="l">
              <a:spcBef>
                <a:spcPts val="0"/>
              </a:spcBef>
              <a:spcAft>
                <a:spcPts val="0"/>
              </a:spcAft>
              <a:buNone/>
            </a:pPr>
            <a:r>
              <a:rPr b="1" lang="en-IN" sz="2000">
                <a:solidFill>
                  <a:srgbClr val="1482AB"/>
                </a:solidFill>
                <a:latin typeface="Arial"/>
                <a:ea typeface="Arial"/>
                <a:cs typeface="Arial"/>
                <a:sym typeface="Arial"/>
              </a:rPr>
              <a:t>Specialization Data  Science</a:t>
            </a:r>
            <a:endParaRPr sz="1800">
              <a:solidFill>
                <a:srgbClr val="1482AB"/>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4"/>
          <p:cNvSpPr txBox="1"/>
          <p:nvPr>
            <p:ph type="title"/>
          </p:nvPr>
        </p:nvSpPr>
        <p:spPr>
          <a:xfrm>
            <a:off x="849573" y="558468"/>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OUTLINE</a:t>
            </a:r>
            <a:endParaRPr/>
          </a:p>
        </p:txBody>
      </p:sp>
      <p:sp>
        <p:nvSpPr>
          <p:cNvPr id="288" name="Google Shape;288;p14"/>
          <p:cNvSpPr txBox="1"/>
          <p:nvPr>
            <p:ph idx="1" type="body"/>
          </p:nvPr>
        </p:nvSpPr>
        <p:spPr>
          <a:xfrm>
            <a:off x="838200" y="1618938"/>
            <a:ext cx="11019000" cy="52392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840"/>
              <a:buNone/>
            </a:pPr>
            <a:r>
              <a:rPr b="1" lang="en-IN" sz="2000">
                <a:latin typeface="Arial"/>
                <a:ea typeface="Arial"/>
                <a:cs typeface="Arial"/>
                <a:sym typeface="Arial"/>
              </a:rPr>
              <a: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Problem Statement </a:t>
            </a:r>
            <a:r>
              <a:rPr lang="en-IN" sz="2000">
                <a:latin typeface="Arial"/>
                <a:ea typeface="Arial"/>
                <a:cs typeface="Arial"/>
                <a:sym typeface="Arial"/>
              </a:rPr>
              <a:t>(Should not include 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Proposed System/Solution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System Development Approach </a:t>
            </a:r>
            <a:r>
              <a:rPr lang="en-IN" sz="2000">
                <a:latin typeface="Arial"/>
                <a:ea typeface="Arial"/>
                <a:cs typeface="Arial"/>
                <a:sym typeface="Arial"/>
              </a:rPr>
              <a:t>(Technology Used)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Algorithm &amp; Deployment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Result</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Conclusion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Future Scope</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References</a:t>
            </a:r>
            <a:endParaRPr>
              <a:latin typeface="Arial"/>
              <a:ea typeface="Arial"/>
              <a:cs typeface="Arial"/>
              <a:sym typeface="Arial"/>
            </a:endParaRPr>
          </a:p>
          <a:p>
            <a:pPr indent="-206686" lvl="0" marL="306000" rtl="0" algn="l">
              <a:lnSpc>
                <a:spcPct val="110000"/>
              </a:lnSpc>
              <a:spcBef>
                <a:spcPts val="940"/>
              </a:spcBef>
              <a:spcAft>
                <a:spcPts val="0"/>
              </a:spcAft>
              <a:buSzPts val="1564"/>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581192" y="967199"/>
            <a:ext cx="11029500" cy="1082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4400"/>
              <a:buFont typeface="Arial"/>
              <a:buNone/>
            </a:pPr>
            <a:r>
              <a:rPr b="1" lang="en-IN" sz="4400">
                <a:solidFill>
                  <a:schemeClr val="accent1"/>
                </a:solidFill>
                <a:latin typeface="Arial"/>
                <a:ea typeface="Arial"/>
                <a:cs typeface="Arial"/>
                <a:sym typeface="Arial"/>
              </a:rPr>
              <a:t>PROBLEM STATEMENT</a:t>
            </a:r>
            <a:endParaRPr sz="4400"/>
          </a:p>
        </p:txBody>
      </p:sp>
      <p:sp>
        <p:nvSpPr>
          <p:cNvPr id="294" name="Google Shape;294;p15"/>
          <p:cNvSpPr txBox="1"/>
          <p:nvPr>
            <p:ph idx="1" type="body"/>
          </p:nvPr>
        </p:nvSpPr>
        <p:spPr>
          <a:xfrm>
            <a:off x="452403" y="2034268"/>
            <a:ext cx="11029500" cy="38766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2944"/>
              <a:buNone/>
            </a:pPr>
            <a:r>
              <a:rPr lang="en-IN" sz="3200">
                <a:solidFill>
                  <a:srgbClr val="0F0F0F"/>
                </a:solidFill>
              </a:rPr>
              <a:t>Example:</a:t>
            </a:r>
            <a:r>
              <a:rPr lang="en-IN" sz="2800">
                <a:solidFill>
                  <a:srgbClr val="0F0F0F"/>
                </a:solidFill>
              </a:rPr>
              <a:t> </a:t>
            </a:r>
            <a:r>
              <a:rPr lang="en-IN" sz="2400">
                <a:solidFill>
                  <a:srgbClr val="0F0F0F"/>
                </a:solidFill>
              </a:rPr>
              <a:t>Develop a Sentiment Analysis model to classify Restaurant</a:t>
            </a:r>
            <a:endParaRPr sz="2400">
              <a:solidFill>
                <a:srgbClr val="0F0F0F"/>
              </a:solidFill>
            </a:endParaRPr>
          </a:p>
          <a:p>
            <a:pPr indent="0" lvl="0" marL="0" rtl="0" algn="l">
              <a:lnSpc>
                <a:spcPct val="110000"/>
              </a:lnSpc>
              <a:spcBef>
                <a:spcPts val="1080"/>
              </a:spcBef>
              <a:spcAft>
                <a:spcPts val="0"/>
              </a:spcAft>
              <a:buSzPts val="2208"/>
              <a:buNone/>
            </a:pPr>
            <a:r>
              <a:rPr lang="en-IN" sz="2400">
                <a:solidFill>
                  <a:srgbClr val="0F0F0F"/>
                </a:solidFill>
              </a:rPr>
              <a:t>                     Reviews as Positive or Negative. With the rapid growth of </a:t>
            </a:r>
            <a:endParaRPr/>
          </a:p>
          <a:p>
            <a:pPr indent="0" lvl="0" marL="0" rtl="0" algn="l">
              <a:lnSpc>
                <a:spcPct val="110000"/>
              </a:lnSpc>
              <a:spcBef>
                <a:spcPts val="1080"/>
              </a:spcBef>
              <a:spcAft>
                <a:spcPts val="0"/>
              </a:spcAft>
              <a:buSzPts val="2208"/>
              <a:buNone/>
            </a:pPr>
            <a:r>
              <a:rPr lang="en-IN" sz="2400">
                <a:solidFill>
                  <a:srgbClr val="0F0F0F"/>
                </a:solidFill>
                <a:latin typeface="Libre Franklin"/>
                <a:ea typeface="Libre Franklin"/>
                <a:cs typeface="Libre Franklin"/>
                <a:sym typeface="Libre Franklin"/>
              </a:rPr>
              <a:t>                     Online platforms for sharing opinions and reviews, restaurants often </a:t>
            </a:r>
            <a:endParaRPr/>
          </a:p>
          <a:p>
            <a:pPr indent="0" lvl="0" marL="0" rtl="0" algn="l">
              <a:lnSpc>
                <a:spcPct val="110000"/>
              </a:lnSpc>
              <a:spcBef>
                <a:spcPts val="1080"/>
              </a:spcBef>
              <a:spcAft>
                <a:spcPts val="0"/>
              </a:spcAft>
              <a:buSzPts val="2208"/>
              <a:buNone/>
            </a:pPr>
            <a:r>
              <a:rPr lang="en-IN" sz="2400">
                <a:solidFill>
                  <a:srgbClr val="0F0F0F"/>
                </a:solidFill>
                <a:latin typeface="Libre Franklin"/>
                <a:ea typeface="Libre Franklin"/>
                <a:cs typeface="Libre Franklin"/>
                <a:sym typeface="Libre Franklin"/>
              </a:rPr>
              <a:t>                     Rely on the customer feedback to improve their services and attract </a:t>
            </a:r>
            <a:endParaRPr/>
          </a:p>
          <a:p>
            <a:pPr indent="0" lvl="0" marL="0" rtl="0" algn="l">
              <a:lnSpc>
                <a:spcPct val="110000"/>
              </a:lnSpc>
              <a:spcBef>
                <a:spcPts val="1080"/>
              </a:spcBef>
              <a:spcAft>
                <a:spcPts val="0"/>
              </a:spcAft>
              <a:buSzPts val="2208"/>
              <a:buNone/>
            </a:pPr>
            <a:r>
              <a:rPr lang="en-IN" sz="2400">
                <a:solidFill>
                  <a:srgbClr val="0F0F0F"/>
                </a:solidFill>
                <a:latin typeface="Libre Franklin"/>
                <a:ea typeface="Libre Franklin"/>
                <a:cs typeface="Libre Franklin"/>
                <a:sym typeface="Libre Franklin"/>
              </a:rPr>
              <a:t>                     New customers. Analysing the sentiment of these reviews can provide </a:t>
            </a:r>
            <a:endParaRPr/>
          </a:p>
          <a:p>
            <a:pPr indent="0" lvl="0" marL="0" rtl="0" algn="l">
              <a:lnSpc>
                <a:spcPct val="110000"/>
              </a:lnSpc>
              <a:spcBef>
                <a:spcPts val="1080"/>
              </a:spcBef>
              <a:spcAft>
                <a:spcPts val="0"/>
              </a:spcAft>
              <a:buSzPts val="2208"/>
              <a:buNone/>
            </a:pPr>
            <a:r>
              <a:rPr lang="en-IN" sz="2400">
                <a:solidFill>
                  <a:srgbClr val="0F0F0F"/>
                </a:solidFill>
                <a:latin typeface="Libre Franklin"/>
                <a:ea typeface="Libre Franklin"/>
                <a:cs typeface="Libre Franklin"/>
                <a:sym typeface="Libre Franklin"/>
              </a:rPr>
              <a:t>                     Valuable insights into customer satisfaction.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idx="4294967295" type="title"/>
          </p:nvPr>
        </p:nvSpPr>
        <p:spPr>
          <a:xfrm>
            <a:off x="0" y="701675"/>
            <a:ext cx="11029800" cy="5301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959"/>
              <a:buFont typeface="Arial"/>
              <a:buNone/>
            </a:pPr>
            <a:r>
              <a:rPr b="1" lang="en-IN" sz="3959">
                <a:solidFill>
                  <a:schemeClr val="accent1"/>
                </a:solidFill>
                <a:latin typeface="Arial"/>
                <a:ea typeface="Arial"/>
                <a:cs typeface="Arial"/>
                <a:sym typeface="Arial"/>
              </a:rPr>
              <a:t>PROPOSED SOLUTION</a:t>
            </a:r>
            <a:endParaRPr sz="3959"/>
          </a:p>
        </p:txBody>
      </p:sp>
      <p:sp>
        <p:nvSpPr>
          <p:cNvPr id="300" name="Google Shape;300;p16"/>
          <p:cNvSpPr txBox="1"/>
          <p:nvPr>
            <p:ph idx="4294967295" type="body"/>
          </p:nvPr>
        </p:nvSpPr>
        <p:spPr>
          <a:xfrm>
            <a:off x="722313" y="1230313"/>
            <a:ext cx="11469600" cy="5056200"/>
          </a:xfrm>
          <a:prstGeom prst="rect">
            <a:avLst/>
          </a:prstGeom>
          <a:noFill/>
          <a:ln>
            <a:noFill/>
          </a:ln>
        </p:spPr>
        <p:txBody>
          <a:bodyPr anchorCtr="0" anchor="ctr" bIns="45700" lIns="91425" spcFirstLastPara="1" rIns="91425" wrap="square" tIns="45700">
            <a:noAutofit/>
          </a:bodyPr>
          <a:lstStyle/>
          <a:p>
            <a:pPr indent="-235330" lvl="0" marL="305435" rtl="0" algn="l">
              <a:lnSpc>
                <a:spcPct val="110000"/>
              </a:lnSpc>
              <a:spcBef>
                <a:spcPts val="0"/>
              </a:spcBef>
              <a:spcAft>
                <a:spcPts val="0"/>
              </a:spcAft>
              <a:buSzPts val="1104"/>
              <a:buNone/>
            </a:pPr>
            <a:r>
              <a:t/>
            </a:r>
            <a:endParaRPr b="1" sz="1200">
              <a:latin typeface="Calibri"/>
              <a:ea typeface="Calibri"/>
              <a:cs typeface="Calibri"/>
              <a:sym typeface="Calibri"/>
            </a:endParaRPr>
          </a:p>
          <a:p>
            <a:pPr indent="-305435" lvl="0" marL="305435" rtl="0" algn="l">
              <a:lnSpc>
                <a:spcPct val="110000"/>
              </a:lnSpc>
              <a:spcBef>
                <a:spcPts val="840"/>
              </a:spcBef>
              <a:spcAft>
                <a:spcPts val="0"/>
              </a:spcAft>
              <a:buSzPts val="1104"/>
              <a:buChar char="◼"/>
            </a:pPr>
            <a:r>
              <a:rPr b="1" lang="en-IN" sz="1200">
                <a:latin typeface="Calibri"/>
                <a:ea typeface="Calibri"/>
                <a:cs typeface="Calibri"/>
                <a:sym typeface="Calibri"/>
              </a:rPr>
              <a:t>Create a sentiment Analysis model to classify restaurant reviews as positive or negative which involves several steps like data collection, data preprocessing, algorithm, deployment, evaluation.  The solution will consist of the following components:</a:t>
            </a:r>
            <a:endParaRPr b="1" sz="1200">
              <a:latin typeface="Calibri"/>
              <a:ea typeface="Calibri"/>
              <a:cs typeface="Calibri"/>
              <a:sym typeface="Calibri"/>
            </a:endParaRPr>
          </a:p>
          <a:p>
            <a:pPr indent="-305435" lvl="0" marL="305435" rtl="0" algn="l">
              <a:lnSpc>
                <a:spcPct val="110000"/>
              </a:lnSpc>
              <a:spcBef>
                <a:spcPts val="1000"/>
              </a:spcBef>
              <a:spcAft>
                <a:spcPts val="0"/>
              </a:spcAft>
              <a:buSzPts val="1840"/>
              <a:buChar char="◼"/>
            </a:pPr>
            <a:r>
              <a:rPr b="1" lang="en-IN" sz="2000">
                <a:solidFill>
                  <a:schemeClr val="dk1"/>
                </a:solidFill>
                <a:latin typeface="Calibri"/>
                <a:ea typeface="Calibri"/>
                <a:cs typeface="Calibri"/>
                <a:sym typeface="Calibri"/>
              </a:rPr>
              <a:t>Data Collection :</a:t>
            </a:r>
            <a:endParaRPr b="1" sz="2000">
              <a:solidFill>
                <a:schemeClr val="dk1"/>
              </a:solidFill>
              <a:latin typeface="Calibri"/>
              <a:ea typeface="Calibri"/>
              <a:cs typeface="Calibri"/>
              <a:sym typeface="Calibri"/>
            </a:endParaRPr>
          </a:p>
          <a:p>
            <a:pPr indent="-305435" lvl="1" marL="629920" rtl="0" algn="l">
              <a:spcBef>
                <a:spcPts val="840"/>
              </a:spcBef>
              <a:spcAft>
                <a:spcPts val="0"/>
              </a:spcAft>
              <a:buSzPts val="1104"/>
              <a:buChar char="◼"/>
            </a:pPr>
            <a:r>
              <a:rPr b="1" lang="en-IN" sz="1200">
                <a:latin typeface="Calibri"/>
                <a:ea typeface="Calibri"/>
                <a:cs typeface="Calibri"/>
                <a:sym typeface="Calibri"/>
              </a:rPr>
              <a:t>Collect the labeled dataset on customer reviews.</a:t>
            </a:r>
            <a:endParaRPr/>
          </a:p>
          <a:p>
            <a:pPr indent="-305435" lvl="1" marL="629920" rtl="0" algn="l">
              <a:spcBef>
                <a:spcPts val="840"/>
              </a:spcBef>
              <a:spcAft>
                <a:spcPts val="0"/>
              </a:spcAft>
              <a:buSzPts val="1104"/>
              <a:buChar char="◼"/>
            </a:pPr>
            <a:r>
              <a:rPr b="1" lang="en-IN" sz="1200">
                <a:latin typeface="Calibri"/>
                <a:ea typeface="Calibri"/>
                <a:cs typeface="Calibri"/>
                <a:sym typeface="Calibri"/>
              </a:rPr>
              <a:t>The dataset should include text reviews along with their corresponding sentiments i.e. Either positive or negative</a:t>
            </a:r>
            <a:endParaRPr/>
          </a:p>
          <a:p>
            <a:pPr indent="-305435" lvl="0" marL="305435" rtl="0" algn="l">
              <a:lnSpc>
                <a:spcPct val="110000"/>
              </a:lnSpc>
              <a:spcBef>
                <a:spcPts val="1000"/>
              </a:spcBef>
              <a:spcAft>
                <a:spcPts val="0"/>
              </a:spcAft>
              <a:buSzPts val="1840"/>
              <a:buChar char="◼"/>
            </a:pPr>
            <a:r>
              <a:rPr b="1" lang="en-IN" sz="2000">
                <a:solidFill>
                  <a:schemeClr val="dk1"/>
                </a:solidFill>
                <a:latin typeface="Calibri"/>
                <a:ea typeface="Calibri"/>
                <a:cs typeface="Calibri"/>
                <a:sym typeface="Calibri"/>
              </a:rPr>
              <a:t>Data Preprocessing :</a:t>
            </a:r>
            <a:endParaRPr b="1" sz="2000">
              <a:solidFill>
                <a:schemeClr val="dk1"/>
              </a:solidFill>
              <a:latin typeface="Calibri"/>
              <a:ea typeface="Calibri"/>
              <a:cs typeface="Calibri"/>
              <a:sym typeface="Calibri"/>
            </a:endParaRPr>
          </a:p>
          <a:p>
            <a:pPr indent="-305435" lvl="1" marL="629920" rtl="0" algn="l">
              <a:spcBef>
                <a:spcPts val="880"/>
              </a:spcBef>
              <a:spcAft>
                <a:spcPts val="0"/>
              </a:spcAft>
              <a:buSzPts val="1288"/>
              <a:buChar char="◼"/>
            </a:pPr>
            <a:r>
              <a:rPr b="1" lang="en-IN">
                <a:solidFill>
                  <a:schemeClr val="dk1"/>
                </a:solidFill>
                <a:latin typeface="Calibri"/>
                <a:ea typeface="Calibri"/>
                <a:cs typeface="Calibri"/>
                <a:sym typeface="Calibri"/>
              </a:rPr>
              <a:t>Text Cleaning</a:t>
            </a:r>
            <a:r>
              <a:rPr b="1" lang="en-IN">
                <a:latin typeface="Calibri"/>
                <a:ea typeface="Calibri"/>
                <a:cs typeface="Calibri"/>
                <a:sym typeface="Calibri"/>
              </a:rPr>
              <a:t> :</a:t>
            </a:r>
            <a:r>
              <a:rPr b="1" lang="en-IN" sz="1200">
                <a:latin typeface="Calibri"/>
                <a:ea typeface="Calibri"/>
                <a:cs typeface="Calibri"/>
                <a:sym typeface="Calibri"/>
              </a:rPr>
              <a:t> Remove all the special characters, blank spaces and stop words.</a:t>
            </a:r>
            <a:endParaRPr b="1" sz="1200">
              <a:solidFill>
                <a:srgbClr val="7F7F7F"/>
              </a:solidFill>
              <a:latin typeface="Calibri"/>
              <a:ea typeface="Calibri"/>
              <a:cs typeface="Calibri"/>
              <a:sym typeface="Calibri"/>
            </a:endParaRPr>
          </a:p>
          <a:p>
            <a:pPr indent="-305435" lvl="1" marL="629920" rtl="0" algn="l">
              <a:spcBef>
                <a:spcPts val="880"/>
              </a:spcBef>
              <a:spcAft>
                <a:spcPts val="0"/>
              </a:spcAft>
              <a:buSzPts val="1288"/>
              <a:buChar char="◼"/>
            </a:pPr>
            <a:r>
              <a:rPr b="1" lang="en-IN">
                <a:solidFill>
                  <a:schemeClr val="dk1"/>
                </a:solidFill>
                <a:latin typeface="Calibri"/>
                <a:ea typeface="Calibri"/>
                <a:cs typeface="Calibri"/>
                <a:sym typeface="Calibri"/>
              </a:rPr>
              <a:t>Tokenization : </a:t>
            </a:r>
            <a:r>
              <a:rPr b="1" lang="en-IN" sz="1200">
                <a:latin typeface="Calibri"/>
                <a:ea typeface="Calibri"/>
                <a:cs typeface="Calibri"/>
                <a:sym typeface="Calibri"/>
              </a:rPr>
              <a:t>Split text</a:t>
            </a:r>
            <a:r>
              <a:rPr b="1" lang="en-IN">
                <a:latin typeface="Calibri"/>
                <a:ea typeface="Calibri"/>
                <a:cs typeface="Calibri"/>
                <a:sym typeface="Calibri"/>
              </a:rPr>
              <a:t> </a:t>
            </a:r>
            <a:r>
              <a:rPr b="1" lang="en-IN" sz="1200">
                <a:latin typeface="Calibri"/>
                <a:ea typeface="Calibri"/>
                <a:cs typeface="Calibri"/>
                <a:sym typeface="Calibri"/>
              </a:rPr>
              <a:t>into individual words or tokens.</a:t>
            </a:r>
            <a:endParaRPr b="1">
              <a:latin typeface="Calibri"/>
              <a:ea typeface="Calibri"/>
              <a:cs typeface="Calibri"/>
              <a:sym typeface="Calibri"/>
            </a:endParaRPr>
          </a:p>
          <a:p>
            <a:pPr indent="-305435" lvl="1" marL="629920" rtl="0" algn="l">
              <a:spcBef>
                <a:spcPts val="880"/>
              </a:spcBef>
              <a:spcAft>
                <a:spcPts val="0"/>
              </a:spcAft>
              <a:buSzPts val="1288"/>
              <a:buChar char="◼"/>
            </a:pPr>
            <a:r>
              <a:rPr b="1" lang="en-IN">
                <a:solidFill>
                  <a:schemeClr val="dk1"/>
                </a:solidFill>
                <a:latin typeface="Calibri"/>
                <a:ea typeface="Calibri"/>
                <a:cs typeface="Calibri"/>
                <a:sym typeface="Calibri"/>
              </a:rPr>
              <a:t>Lower Case : </a:t>
            </a:r>
            <a:r>
              <a:rPr b="1" lang="en-IN" sz="1200">
                <a:latin typeface="Calibri"/>
                <a:ea typeface="Calibri"/>
                <a:cs typeface="Calibri"/>
                <a:sym typeface="Calibri"/>
              </a:rPr>
              <a:t>Convert all the text to the lower case(e.g. "Good" to "good") to ensure uniformity.</a:t>
            </a:r>
            <a:endParaRPr/>
          </a:p>
          <a:p>
            <a:pPr indent="-305435" lvl="1" marL="629920" rtl="0" algn="l">
              <a:spcBef>
                <a:spcPts val="880"/>
              </a:spcBef>
              <a:spcAft>
                <a:spcPts val="0"/>
              </a:spcAft>
              <a:buSzPts val="1288"/>
              <a:buChar char="◼"/>
            </a:pPr>
            <a:r>
              <a:rPr b="1" lang="en-IN">
                <a:solidFill>
                  <a:schemeClr val="dk1"/>
                </a:solidFill>
                <a:latin typeface="Calibri"/>
                <a:ea typeface="Calibri"/>
                <a:cs typeface="Calibri"/>
                <a:sym typeface="Calibri"/>
              </a:rPr>
              <a:t>Lemmatization :  </a:t>
            </a:r>
            <a:r>
              <a:rPr b="1" lang="en-IN" sz="1200">
                <a:latin typeface="Calibri"/>
                <a:ea typeface="Calibri"/>
                <a:cs typeface="Calibri"/>
                <a:sym typeface="Calibri"/>
              </a:rPr>
              <a:t>Reduce the words to their base form (e.g. "jumping" to "jump") to ensure consistency</a:t>
            </a:r>
            <a:endParaRPr/>
          </a:p>
          <a:p>
            <a:pPr indent="-305435" lvl="0" marL="305435" rtl="0" algn="l">
              <a:lnSpc>
                <a:spcPct val="110000"/>
              </a:lnSpc>
              <a:spcBef>
                <a:spcPts val="1000"/>
              </a:spcBef>
              <a:spcAft>
                <a:spcPts val="0"/>
              </a:spcAft>
              <a:buSzPts val="1840"/>
              <a:buChar char="◼"/>
            </a:pPr>
            <a:r>
              <a:rPr b="1" lang="en-IN" sz="2000">
                <a:solidFill>
                  <a:schemeClr val="dk1"/>
                </a:solidFill>
                <a:latin typeface="Calibri"/>
                <a:ea typeface="Calibri"/>
                <a:cs typeface="Calibri"/>
                <a:sym typeface="Calibri"/>
              </a:rPr>
              <a:t>Machine Learning Algorithm:</a:t>
            </a:r>
            <a:endParaRPr b="1" sz="2000">
              <a:solidFill>
                <a:schemeClr val="dk1"/>
              </a:solidFill>
              <a:latin typeface="Calibri"/>
              <a:ea typeface="Calibri"/>
              <a:cs typeface="Calibri"/>
              <a:sym typeface="Calibri"/>
            </a:endParaRPr>
          </a:p>
          <a:p>
            <a:pPr indent="-305435" lvl="1" marL="629920" rtl="0" algn="l">
              <a:spcBef>
                <a:spcPts val="840"/>
              </a:spcBef>
              <a:spcAft>
                <a:spcPts val="0"/>
              </a:spcAft>
              <a:buSzPts val="1104"/>
              <a:buChar char="◼"/>
            </a:pPr>
            <a:r>
              <a:rPr b="1" lang="en-IN" sz="1200">
                <a:latin typeface="Calibri"/>
                <a:ea typeface="Calibri"/>
                <a:cs typeface="Calibri"/>
                <a:sym typeface="Calibri"/>
              </a:rPr>
              <a:t>Implement a machine learning algorithm, such as Naive Bayes to classify reviews into sentiment categories by leveraging probabilistic calculations.</a:t>
            </a:r>
            <a:endParaRPr b="1" sz="1200">
              <a:latin typeface="Calibri"/>
              <a:ea typeface="Calibri"/>
              <a:cs typeface="Calibri"/>
              <a:sym typeface="Calibri"/>
            </a:endParaRPr>
          </a:p>
          <a:p>
            <a:pPr indent="-305435" lvl="1" marL="629920" rtl="0" algn="l">
              <a:spcBef>
                <a:spcPts val="840"/>
              </a:spcBef>
              <a:spcAft>
                <a:spcPts val="0"/>
              </a:spcAft>
              <a:buSzPts val="1104"/>
              <a:buChar char="◼"/>
            </a:pPr>
            <a:r>
              <a:rPr b="1" lang="en-IN" sz="1200">
                <a:latin typeface="Calibri"/>
                <a:ea typeface="Calibri"/>
                <a:cs typeface="Calibri"/>
                <a:sym typeface="Calibri"/>
              </a:rPr>
              <a:t>The algorithm involves preprocessing the text data, training the model on labeled data, classifying new reviews and evaluating the model's.</a:t>
            </a:r>
            <a:endParaRPr/>
          </a:p>
          <a:p>
            <a:pPr indent="-200279" lvl="0" marL="305435" rtl="0" algn="l">
              <a:lnSpc>
                <a:spcPct val="110000"/>
              </a:lnSpc>
              <a:spcBef>
                <a:spcPts val="960"/>
              </a:spcBef>
              <a:spcAft>
                <a:spcPts val="0"/>
              </a:spcAft>
              <a:buSzPts val="1656"/>
              <a:buNone/>
            </a:pPr>
            <a:r>
              <a:t/>
            </a:r>
            <a:endParaRPr b="1" sz="1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7"/>
          <p:cNvSpPr txBox="1"/>
          <p:nvPr>
            <p:ph idx="4294967295" type="body"/>
          </p:nvPr>
        </p:nvSpPr>
        <p:spPr>
          <a:xfrm>
            <a:off x="298622" y="869264"/>
            <a:ext cx="11029800" cy="4045500"/>
          </a:xfrm>
          <a:prstGeom prst="rect">
            <a:avLst/>
          </a:prstGeom>
          <a:noFill/>
          <a:ln>
            <a:noFill/>
          </a:ln>
        </p:spPr>
        <p:txBody>
          <a:bodyPr anchorCtr="0" anchor="ctr" bIns="45700" lIns="91425" spcFirstLastPara="1" rIns="91425" wrap="square" tIns="45700">
            <a:normAutofit/>
          </a:bodyPr>
          <a:lstStyle/>
          <a:p>
            <a:pPr indent="-305435" lvl="0" marL="305435" rtl="0" algn="l">
              <a:lnSpc>
                <a:spcPct val="110000"/>
              </a:lnSpc>
              <a:spcBef>
                <a:spcPts val="0"/>
              </a:spcBef>
              <a:spcAft>
                <a:spcPts val="0"/>
              </a:spcAft>
              <a:buSzPts val="1840"/>
              <a:buChar char="◼"/>
            </a:pPr>
            <a:r>
              <a:rPr b="1" lang="en-IN" sz="2000">
                <a:solidFill>
                  <a:schemeClr val="dk1"/>
                </a:solidFill>
                <a:latin typeface="Calibri"/>
                <a:ea typeface="Calibri"/>
                <a:cs typeface="Calibri"/>
                <a:sym typeface="Calibri"/>
              </a:rPr>
              <a:t>Deployment:</a:t>
            </a:r>
            <a:endParaRPr sz="2000">
              <a:solidFill>
                <a:schemeClr val="dk1"/>
              </a:solidFill>
              <a:latin typeface="Calibri"/>
              <a:ea typeface="Calibri"/>
              <a:cs typeface="Calibri"/>
              <a:sym typeface="Calibri"/>
            </a:endParaRPr>
          </a:p>
          <a:p>
            <a:pPr indent="-305435" lvl="1" marL="629920" rtl="0" algn="l">
              <a:spcBef>
                <a:spcPts val="840"/>
              </a:spcBef>
              <a:spcAft>
                <a:spcPts val="0"/>
              </a:spcAft>
              <a:buSzPts val="1104"/>
              <a:buChar char="◼"/>
            </a:pPr>
            <a:r>
              <a:rPr b="1" lang="en-IN" sz="1200">
                <a:latin typeface="Calibri"/>
                <a:ea typeface="Calibri"/>
                <a:cs typeface="Calibri"/>
                <a:sym typeface="Calibri"/>
              </a:rPr>
              <a:t>Deploy in translating machine learning models from development into actionable , real-world applications.</a:t>
            </a:r>
            <a:endParaRPr sz="1200">
              <a:solidFill>
                <a:srgbClr val="000000"/>
              </a:solidFill>
              <a:latin typeface="Calibri"/>
              <a:ea typeface="Calibri"/>
              <a:cs typeface="Calibri"/>
              <a:sym typeface="Calibri"/>
            </a:endParaRPr>
          </a:p>
          <a:p>
            <a:pPr indent="-305435" lvl="1" marL="629920" rtl="0" algn="l">
              <a:spcBef>
                <a:spcPts val="840"/>
              </a:spcBef>
              <a:spcAft>
                <a:spcPts val="0"/>
              </a:spcAft>
              <a:buSzPts val="1104"/>
              <a:buChar char="◼"/>
            </a:pPr>
            <a:r>
              <a:rPr b="1" lang="en-IN" sz="1200">
                <a:latin typeface="Calibri"/>
                <a:ea typeface="Calibri"/>
                <a:cs typeface="Calibri"/>
                <a:sym typeface="Calibri"/>
              </a:rPr>
              <a:t>Deploy the solution on a scalable and reliable platform, involves several tasks, from setting up the infrastructure to ensuring the system can handle requests efficiently and securely.</a:t>
            </a:r>
            <a:endParaRPr sz="1200">
              <a:solidFill>
                <a:srgbClr val="000000"/>
              </a:solidFill>
              <a:latin typeface="Calibri"/>
              <a:ea typeface="Calibri"/>
              <a:cs typeface="Calibri"/>
              <a:sym typeface="Calibri"/>
            </a:endParaRPr>
          </a:p>
          <a:p>
            <a:pPr indent="-305435" lvl="0" marL="305435" rtl="0" algn="l">
              <a:lnSpc>
                <a:spcPct val="110000"/>
              </a:lnSpc>
              <a:spcBef>
                <a:spcPts val="1000"/>
              </a:spcBef>
              <a:spcAft>
                <a:spcPts val="0"/>
              </a:spcAft>
              <a:buSzPts val="1840"/>
              <a:buChar char="◼"/>
            </a:pPr>
            <a:r>
              <a:rPr b="1" lang="en-IN" sz="2000">
                <a:solidFill>
                  <a:schemeClr val="dk1"/>
                </a:solidFill>
                <a:latin typeface="Calibri"/>
                <a:ea typeface="Calibri"/>
                <a:cs typeface="Calibri"/>
                <a:sym typeface="Calibri"/>
              </a:rPr>
              <a:t>Evaluation:</a:t>
            </a:r>
            <a:endParaRPr sz="2000">
              <a:solidFill>
                <a:schemeClr val="dk1"/>
              </a:solidFill>
              <a:latin typeface="Calibri"/>
              <a:ea typeface="Calibri"/>
              <a:cs typeface="Calibri"/>
              <a:sym typeface="Calibri"/>
            </a:endParaRPr>
          </a:p>
          <a:p>
            <a:pPr indent="-305435" lvl="1" marL="629920" rtl="0" algn="l">
              <a:spcBef>
                <a:spcPts val="840"/>
              </a:spcBef>
              <a:spcAft>
                <a:spcPts val="0"/>
              </a:spcAft>
              <a:buSzPts val="1104"/>
              <a:buChar char="◼"/>
            </a:pPr>
            <a:r>
              <a:rPr b="1" lang="en-IN" sz="1200">
                <a:latin typeface="Calibri"/>
                <a:ea typeface="Calibri"/>
                <a:cs typeface="Calibri"/>
                <a:sym typeface="Calibri"/>
              </a:rPr>
              <a:t>Assess the model's performance using appropriate metrics such as F1 Score, precision, recall or other relevant metrics.</a:t>
            </a:r>
            <a:endParaRPr sz="1200">
              <a:solidFill>
                <a:srgbClr val="000000"/>
              </a:solidFill>
              <a:latin typeface="Calibri"/>
              <a:ea typeface="Calibri"/>
              <a:cs typeface="Calibri"/>
              <a:sym typeface="Calibri"/>
            </a:endParaRPr>
          </a:p>
          <a:p>
            <a:pPr indent="-305435" lvl="1" marL="629920" rtl="0" algn="l">
              <a:spcBef>
                <a:spcPts val="840"/>
              </a:spcBef>
              <a:spcAft>
                <a:spcPts val="0"/>
              </a:spcAft>
              <a:buSzPts val="1104"/>
              <a:buChar char="◼"/>
            </a:pPr>
            <a:r>
              <a:rPr lang="en-IN" sz="1200">
                <a:latin typeface="Arial"/>
                <a:ea typeface="Arial"/>
                <a:cs typeface="Arial"/>
                <a:sym typeface="Arial"/>
              </a:rPr>
              <a:t>Result:</a:t>
            </a:r>
            <a:endParaRPr sz="12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title"/>
          </p:nvPr>
        </p:nvSpPr>
        <p:spPr>
          <a:xfrm>
            <a:off x="581192" y="662572"/>
            <a:ext cx="11029500" cy="530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959"/>
              <a:buFont typeface="Arial"/>
              <a:buNone/>
            </a:pPr>
            <a:r>
              <a:rPr b="1" lang="en-IN" sz="3959">
                <a:solidFill>
                  <a:schemeClr val="accent1"/>
                </a:solidFill>
                <a:latin typeface="Arial"/>
                <a:ea typeface="Arial"/>
                <a:cs typeface="Arial"/>
                <a:sym typeface="Arial"/>
              </a:rPr>
              <a:t>SYSTEM  APPROACH</a:t>
            </a:r>
            <a:endParaRPr sz="3959">
              <a:solidFill>
                <a:schemeClr val="accent1"/>
              </a:solidFill>
              <a:latin typeface="Calibri"/>
              <a:ea typeface="Calibri"/>
              <a:cs typeface="Calibri"/>
              <a:sym typeface="Calibri"/>
            </a:endParaRPr>
          </a:p>
        </p:txBody>
      </p:sp>
      <p:sp>
        <p:nvSpPr>
          <p:cNvPr id="311" name="Google Shape;311;p18"/>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656"/>
              <a:buNone/>
            </a:pPr>
            <a:r>
              <a:rPr b="1" lang="en-IN" sz="1800">
                <a:solidFill>
                  <a:srgbClr val="0F0F0F"/>
                </a:solidFill>
              </a:rPr>
              <a:t>The "System Approach" section outlines the overall strategy and methodology for developing and implementing the Sentiment Analysis on Customer Review System. Here's a suggested structure for this section:</a:t>
            </a:r>
            <a:endParaRPr/>
          </a:p>
          <a:p>
            <a:pPr indent="-305435" lvl="0" marL="305435" rtl="0" algn="l">
              <a:lnSpc>
                <a:spcPct val="110000"/>
              </a:lnSpc>
              <a:spcBef>
                <a:spcPts val="1080"/>
              </a:spcBef>
              <a:spcAft>
                <a:spcPts val="0"/>
              </a:spcAft>
              <a:buSzPts val="2208"/>
              <a:buChar char="◼"/>
            </a:pPr>
            <a:r>
              <a:rPr b="1" lang="en-IN" sz="2400">
                <a:solidFill>
                  <a:srgbClr val="0F0F0F"/>
                </a:solidFill>
              </a:rPr>
              <a:t>System requirements : </a:t>
            </a:r>
            <a:endParaRPr/>
          </a:p>
          <a:p>
            <a:pPr indent="-305435" lvl="0" marL="305435" rtl="0" algn="l">
              <a:lnSpc>
                <a:spcPct val="110000"/>
              </a:lnSpc>
              <a:spcBef>
                <a:spcPts val="960"/>
              </a:spcBef>
              <a:spcAft>
                <a:spcPts val="0"/>
              </a:spcAft>
              <a:buSzPts val="1656"/>
              <a:buChar char="◼"/>
            </a:pPr>
            <a:r>
              <a:rPr b="1" lang="en-IN" sz="1800">
                <a:solidFill>
                  <a:srgbClr val="0F0F0F"/>
                </a:solidFill>
              </a:rPr>
              <a:t>The system requirements involves WIFI processor, Windows10 OS, Jupyter  Notebook, Anaconda software.</a:t>
            </a:r>
            <a:endParaRPr b="1" sz="2400">
              <a:solidFill>
                <a:srgbClr val="0F0F0F"/>
              </a:solidFill>
            </a:endParaRPr>
          </a:p>
          <a:p>
            <a:pPr indent="-305435" lvl="0" marL="305435" rtl="0" algn="l">
              <a:lnSpc>
                <a:spcPct val="110000"/>
              </a:lnSpc>
              <a:spcBef>
                <a:spcPts val="1080"/>
              </a:spcBef>
              <a:spcAft>
                <a:spcPts val="0"/>
              </a:spcAft>
              <a:buSzPts val="2208"/>
              <a:buChar char="◼"/>
            </a:pPr>
            <a:r>
              <a:rPr b="1" lang="en-IN" sz="2400">
                <a:solidFill>
                  <a:srgbClr val="0F0F0F"/>
                </a:solidFill>
              </a:rPr>
              <a:t>Library required to build the model :</a:t>
            </a:r>
            <a:endParaRPr/>
          </a:p>
          <a:p>
            <a:pPr indent="-305435" lvl="0" marL="305435" rtl="0" algn="l">
              <a:lnSpc>
                <a:spcPct val="110000"/>
              </a:lnSpc>
              <a:spcBef>
                <a:spcPts val="960"/>
              </a:spcBef>
              <a:spcAft>
                <a:spcPts val="0"/>
              </a:spcAft>
              <a:buSzPts val="1656"/>
              <a:buChar char="◼"/>
            </a:pPr>
            <a:r>
              <a:rPr b="1" lang="en-IN" sz="1800">
                <a:solidFill>
                  <a:srgbClr val="0F0F0F"/>
                </a:solidFill>
              </a:rPr>
              <a:t>The libraries required to build the model consists of the libraries such as pandas, matplotlib, seaborn, scikit-learn and many other relevant libraries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959"/>
              <a:buFont typeface="Arial"/>
              <a:buNone/>
            </a:pPr>
            <a:r>
              <a:rPr b="1" lang="en-IN" sz="3959">
                <a:solidFill>
                  <a:schemeClr val="accent1"/>
                </a:solidFill>
                <a:latin typeface="Arial"/>
                <a:ea typeface="Arial"/>
                <a:cs typeface="Arial"/>
                <a:sym typeface="Arial"/>
              </a:rPr>
              <a:t>ALGORITHM &amp; DEPLOYMENT</a:t>
            </a:r>
            <a:endParaRPr sz="2520"/>
          </a:p>
        </p:txBody>
      </p:sp>
      <p:sp>
        <p:nvSpPr>
          <p:cNvPr id="317" name="Google Shape;317;p19"/>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305435" lvl="0" marL="305435" rtl="0" algn="l">
              <a:lnSpc>
                <a:spcPct val="110000"/>
              </a:lnSpc>
              <a:spcBef>
                <a:spcPts val="0"/>
              </a:spcBef>
              <a:spcAft>
                <a:spcPts val="0"/>
              </a:spcAft>
              <a:buSzPts val="1288"/>
              <a:buChar char="◼"/>
            </a:pPr>
            <a:r>
              <a:rPr lang="en-IN" sz="1400"/>
              <a:t>In the Algorithm section, describe the machine learning algorithm for sentiment analysis on customer review. Here's an example structure for this section:</a:t>
            </a:r>
            <a:endParaRPr sz="1400"/>
          </a:p>
          <a:p>
            <a:pPr indent="-305435" lvl="0" marL="305435" rtl="0" algn="l">
              <a:lnSpc>
                <a:spcPct val="110000"/>
              </a:lnSpc>
              <a:spcBef>
                <a:spcPts val="880"/>
              </a:spcBef>
              <a:spcAft>
                <a:spcPts val="0"/>
              </a:spcAft>
              <a:buSzPts val="1288"/>
              <a:buChar char="◼"/>
            </a:pPr>
            <a:r>
              <a:rPr b="1" lang="en-IN" sz="1400"/>
              <a:t>Algorithm Selection:</a:t>
            </a:r>
            <a:endParaRPr sz="1400"/>
          </a:p>
          <a:p>
            <a:pPr indent="-305435" lvl="1" marL="629920" rtl="0" algn="l">
              <a:spcBef>
                <a:spcPts val="880"/>
              </a:spcBef>
              <a:spcAft>
                <a:spcPts val="0"/>
              </a:spcAft>
              <a:buSzPts val="1288"/>
              <a:buChar char="◼"/>
            </a:pPr>
            <a:r>
              <a:rPr lang="en-IN"/>
              <a:t>Provide a brief overview of the chosen algorithm (e.g., Naive Bayes, Support Vector Machines(SVM), Logistic Regression) and justify its selection based on the problem statement and data characteristics.</a:t>
            </a:r>
            <a:endParaRPr/>
          </a:p>
          <a:p>
            <a:pPr indent="-305435" lvl="0" marL="305435" rtl="0" algn="l">
              <a:lnSpc>
                <a:spcPct val="110000"/>
              </a:lnSpc>
              <a:spcBef>
                <a:spcPts val="880"/>
              </a:spcBef>
              <a:spcAft>
                <a:spcPts val="0"/>
              </a:spcAft>
              <a:buSzPts val="1288"/>
              <a:buChar char="◼"/>
            </a:pPr>
            <a:r>
              <a:rPr b="1" lang="en-IN" sz="1400"/>
              <a:t>Data Input:</a:t>
            </a:r>
            <a:endParaRPr sz="1400"/>
          </a:p>
          <a:p>
            <a:pPr indent="-305435" lvl="1" marL="629920" rtl="0" algn="l">
              <a:spcBef>
                <a:spcPts val="880"/>
              </a:spcBef>
              <a:spcAft>
                <a:spcPts val="0"/>
              </a:spcAft>
              <a:buSzPts val="1288"/>
              <a:buChar char="◼"/>
            </a:pPr>
            <a:r>
              <a:rPr lang="en-IN"/>
              <a:t>Specify the input features used by the algorithm, such Review, Likes and any other relevant factors.</a:t>
            </a:r>
            <a:endParaRPr/>
          </a:p>
          <a:p>
            <a:pPr indent="-305435" lvl="0" marL="305435" rtl="0" algn="l">
              <a:lnSpc>
                <a:spcPct val="110000"/>
              </a:lnSpc>
              <a:spcBef>
                <a:spcPts val="880"/>
              </a:spcBef>
              <a:spcAft>
                <a:spcPts val="0"/>
              </a:spcAft>
              <a:buSzPts val="1288"/>
              <a:buChar char="◼"/>
            </a:pPr>
            <a:r>
              <a:rPr b="1" lang="en-IN" sz="1400"/>
              <a:t>Training Process:</a:t>
            </a:r>
            <a:endParaRPr sz="1400"/>
          </a:p>
          <a:p>
            <a:pPr indent="-305435" lvl="1" marL="629920" rtl="0" algn="l">
              <a:spcBef>
                <a:spcPts val="880"/>
              </a:spcBef>
              <a:spcAft>
                <a:spcPts val="0"/>
              </a:spcAft>
              <a:buSzPts val="1288"/>
              <a:buChar char="◼"/>
            </a:pPr>
            <a:r>
              <a:rPr lang="en-IN"/>
              <a:t>Explain how the algorithm is trained using historical data. Highlight any specific considerations or techniques employed, such as cross-validation or hyperparameter tuning. Train a Machine Learning model on the extracted features to predict sentiment(positive or negative)</a:t>
            </a:r>
            <a:endParaRPr/>
          </a:p>
          <a:p>
            <a:pPr indent="-305435" lvl="0" marL="305435" rtl="0" algn="l">
              <a:lnSpc>
                <a:spcPct val="110000"/>
              </a:lnSpc>
              <a:spcBef>
                <a:spcPts val="880"/>
              </a:spcBef>
              <a:spcAft>
                <a:spcPts val="0"/>
              </a:spcAft>
              <a:buSzPts val="1288"/>
              <a:buChar char="◼"/>
            </a:pPr>
            <a:r>
              <a:rPr b="1" lang="en-IN" sz="1400"/>
              <a:t>Prediction Process:</a:t>
            </a:r>
            <a:endParaRPr sz="1400"/>
          </a:p>
          <a:p>
            <a:pPr indent="-305435" lvl="1" marL="629920" rtl="0" algn="l">
              <a:spcBef>
                <a:spcPts val="880"/>
              </a:spcBef>
              <a:spcAft>
                <a:spcPts val="0"/>
              </a:spcAft>
              <a:buSzPts val="1288"/>
              <a:buChar char="◼"/>
            </a:pPr>
            <a:r>
              <a:rPr lang="en-IN"/>
              <a:t>Detail how the trained algorithm makes predictions for sentiment. Discuss any real-time data inputs considered during the prediction phase. once the model is trained and evaluated, it can be used to predict sentiment for new, unseen reviews.</a:t>
            </a:r>
            <a:endParaRPr/>
          </a:p>
          <a:p>
            <a:pPr indent="-206121" lvl="0" marL="305435" rtl="0" algn="l">
              <a:lnSpc>
                <a:spcPct val="110000"/>
              </a:lnSpc>
              <a:spcBef>
                <a:spcPts val="940"/>
              </a:spcBef>
              <a:spcAft>
                <a:spcPts val="0"/>
              </a:spcAft>
              <a:buSzPts val="1564"/>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0"/>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959"/>
              <a:buFont typeface="Arial"/>
              <a:buNone/>
            </a:pPr>
            <a:r>
              <a:rPr b="1" lang="en-IN" sz="3959">
                <a:solidFill>
                  <a:schemeClr val="accent1"/>
                </a:solidFill>
                <a:latin typeface="Arial"/>
                <a:ea typeface="Arial"/>
                <a:cs typeface="Arial"/>
                <a:sym typeface="Arial"/>
              </a:rPr>
              <a:t>RESULT</a:t>
            </a:r>
            <a:endParaRPr sz="2520"/>
          </a:p>
        </p:txBody>
      </p:sp>
      <p:sp>
        <p:nvSpPr>
          <p:cNvPr id="323" name="Google Shape;323;p20"/>
          <p:cNvSpPr txBox="1"/>
          <p:nvPr>
            <p:ph idx="1" type="body"/>
          </p:nvPr>
        </p:nvSpPr>
        <p:spPr>
          <a:xfrm>
            <a:off x="581192" y="1232754"/>
            <a:ext cx="11029500" cy="32880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2208"/>
              <a:buNone/>
            </a:pPr>
            <a:r>
              <a:rPr lang="en-IN" sz="2400">
                <a:solidFill>
                  <a:srgbClr val="0F0F0F"/>
                </a:solidFill>
              </a:rPr>
              <a:t>Sentiment Analysis model ensures that the text data is preprocessed effectively. the sentiment analysis project sucessfully delivered a roboust model for accurately categorizing sentiment in textual reviews. The model is trained and evaluated properly, and it can provide accurate sentiment predictions for new reviews.</a:t>
            </a:r>
            <a:endParaRPr/>
          </a:p>
          <a:p>
            <a:pPr indent="0" lvl="0" marL="0" rtl="0" algn="l">
              <a:lnSpc>
                <a:spcPct val="110000"/>
              </a:lnSpc>
              <a:spcBef>
                <a:spcPts val="1080"/>
              </a:spcBef>
              <a:spcAft>
                <a:spcPts val="0"/>
              </a:spcAft>
              <a:buSzPts val="2208"/>
              <a:buNone/>
            </a:pPr>
            <a:r>
              <a:t/>
            </a:r>
            <a:endParaRPr sz="2400">
              <a:solidFill>
                <a:srgbClr val="0F0F0F"/>
              </a:solidFill>
            </a:endParaRPr>
          </a:p>
        </p:txBody>
      </p:sp>
      <p:pic>
        <p:nvPicPr>
          <p:cNvPr descr="A screenshot of a computer code&#10;&#10;Description automatically generated" id="324" name="Google Shape;324;p20"/>
          <p:cNvPicPr preferRelativeResize="0"/>
          <p:nvPr/>
        </p:nvPicPr>
        <p:blipFill rotWithShape="1">
          <a:blip r:embed="rId3">
            <a:alphaModFix/>
          </a:blip>
          <a:srcRect b="0" l="0" r="0" t="0"/>
          <a:stretch/>
        </p:blipFill>
        <p:spPr>
          <a:xfrm>
            <a:off x="430934" y="4040043"/>
            <a:ext cx="4171950" cy="971550"/>
          </a:xfrm>
          <a:prstGeom prst="rect">
            <a:avLst/>
          </a:prstGeom>
          <a:noFill/>
          <a:ln>
            <a:noFill/>
          </a:ln>
        </p:spPr>
      </p:pic>
      <p:pic>
        <p:nvPicPr>
          <p:cNvPr descr="A screen shot of a computer program&#10;&#10;Description automatically generated" id="325" name="Google Shape;325;p20"/>
          <p:cNvPicPr preferRelativeResize="0"/>
          <p:nvPr/>
        </p:nvPicPr>
        <p:blipFill rotWithShape="1">
          <a:blip r:embed="rId4">
            <a:alphaModFix/>
          </a:blip>
          <a:srcRect b="0" l="0" r="0" t="0"/>
          <a:stretch/>
        </p:blipFill>
        <p:spPr>
          <a:xfrm>
            <a:off x="4837545" y="3285787"/>
            <a:ext cx="6096000" cy="30804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graph of positive and negative values&#10;&#10;Description automatically generated" id="330" name="Google Shape;330;p21"/>
          <p:cNvPicPr preferRelativeResize="0"/>
          <p:nvPr/>
        </p:nvPicPr>
        <p:blipFill rotWithShape="1">
          <a:blip r:embed="rId3">
            <a:alphaModFix/>
          </a:blip>
          <a:srcRect b="0" l="0" r="0" t="0"/>
          <a:stretch/>
        </p:blipFill>
        <p:spPr>
          <a:xfrm>
            <a:off x="188985" y="621647"/>
            <a:ext cx="5616128" cy="3040572"/>
          </a:xfrm>
          <a:prstGeom prst="rect">
            <a:avLst/>
          </a:prstGeom>
          <a:noFill/>
          <a:ln>
            <a:noFill/>
          </a:ln>
        </p:spPr>
      </p:pic>
      <p:pic>
        <p:nvPicPr>
          <p:cNvPr descr="A bar graph with different colored rectangles&#10;&#10;Description automatically generated" id="331" name="Google Shape;331;p21"/>
          <p:cNvPicPr preferRelativeResize="0"/>
          <p:nvPr/>
        </p:nvPicPr>
        <p:blipFill rotWithShape="1">
          <a:blip r:embed="rId4">
            <a:alphaModFix/>
          </a:blip>
          <a:srcRect b="0" l="0" r="0" t="0"/>
          <a:stretch/>
        </p:blipFill>
        <p:spPr>
          <a:xfrm>
            <a:off x="6370526" y="621646"/>
            <a:ext cx="5281903" cy="5768311"/>
          </a:xfrm>
          <a:prstGeom prst="rect">
            <a:avLst/>
          </a:prstGeom>
          <a:noFill/>
          <a:ln>
            <a:noFill/>
          </a:ln>
        </p:spPr>
      </p:pic>
      <p:pic>
        <p:nvPicPr>
          <p:cNvPr descr="A word cloud of food&#10;&#10;Description automatically generated" id="332" name="Google Shape;332;p21"/>
          <p:cNvPicPr preferRelativeResize="0"/>
          <p:nvPr/>
        </p:nvPicPr>
        <p:blipFill rotWithShape="1">
          <a:blip r:embed="rId5">
            <a:alphaModFix/>
          </a:blip>
          <a:srcRect b="0" l="0" r="0" t="0"/>
          <a:stretch/>
        </p:blipFill>
        <p:spPr>
          <a:xfrm>
            <a:off x="375477" y="3814157"/>
            <a:ext cx="5444434" cy="30396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2"/>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959"/>
              <a:buFont typeface="Arial"/>
              <a:buNone/>
            </a:pPr>
            <a:r>
              <a:rPr b="1" lang="en-IN" sz="3959">
                <a:solidFill>
                  <a:schemeClr val="accent1"/>
                </a:solidFill>
                <a:latin typeface="Arial"/>
                <a:ea typeface="Arial"/>
                <a:cs typeface="Arial"/>
                <a:sym typeface="Arial"/>
              </a:rPr>
              <a:t>CONCLUSION</a:t>
            </a:r>
            <a:endParaRPr sz="2520"/>
          </a:p>
        </p:txBody>
      </p:sp>
      <p:sp>
        <p:nvSpPr>
          <p:cNvPr id="338" name="Google Shape;338;p22"/>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305435" lvl="0" marL="305435" rtl="0" algn="l">
              <a:lnSpc>
                <a:spcPct val="110000"/>
              </a:lnSpc>
              <a:spcBef>
                <a:spcPts val="0"/>
              </a:spcBef>
              <a:spcAft>
                <a:spcPts val="0"/>
              </a:spcAft>
              <a:buSzPts val="1840"/>
              <a:buChar char="◼"/>
            </a:pPr>
            <a:r>
              <a:rPr lang="en-IN" sz="2000">
                <a:solidFill>
                  <a:srgbClr val="0F0F0F"/>
                </a:solidFill>
              </a:rPr>
              <a:t>Developing a sentiment analysis model involves several steps, from data collection to prediction. It ensures that data is preprocessed effectively. It ensures that the model is trained and the model can be use to predict sentiment for new and unseen reviews.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3"/>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840"/>
              <a:buNone/>
            </a:pPr>
            <a:r>
              <a:t/>
            </a:r>
            <a:endParaRPr b="1" sz="2000"/>
          </a:p>
          <a:p>
            <a:pPr indent="-305435" lvl="0" marL="305435" rtl="0" algn="l">
              <a:lnSpc>
                <a:spcPct val="110000"/>
              </a:lnSpc>
              <a:spcBef>
                <a:spcPts val="1000"/>
              </a:spcBef>
              <a:spcAft>
                <a:spcPts val="0"/>
              </a:spcAft>
              <a:buSzPts val="1840"/>
              <a:buChar char="◼"/>
            </a:pPr>
            <a:r>
              <a:rPr lang="en-IN" sz="2000"/>
              <a:t>Sentiment Analysis is geared towards creating more intelligent, accurate, and context-aware systems that can provide deeper insights and more personalized experience across various applications. It has a significant impact in NLP, Machine Learning, Customer feedback and experience, Market Research and Competitive Analysis, Advanced preprocessing Techniques, Handling  imbalanced data, HyperParameter Tunning, Featured Engineering.</a:t>
            </a:r>
            <a:endParaRPr/>
          </a:p>
          <a:p>
            <a:pPr indent="-206121" lvl="0" marL="305435" rtl="0" algn="l">
              <a:lnSpc>
                <a:spcPct val="110000"/>
              </a:lnSpc>
              <a:spcBef>
                <a:spcPts val="940"/>
              </a:spcBef>
              <a:spcAft>
                <a:spcPts val="0"/>
              </a:spcAft>
              <a:buSzPts val="1564"/>
              <a:buNone/>
            </a:pPr>
            <a:r>
              <a:t/>
            </a:r>
            <a:endParaRPr/>
          </a:p>
        </p:txBody>
      </p:sp>
      <p:sp>
        <p:nvSpPr>
          <p:cNvPr id="344" name="Google Shape;344;p23"/>
          <p:cNvSpPr txBox="1"/>
          <p:nvPr/>
        </p:nvSpPr>
        <p:spPr>
          <a:xfrm>
            <a:off x="535670" y="844659"/>
            <a:ext cx="11029500" cy="530400"/>
          </a:xfrm>
          <a:prstGeom prst="rect">
            <a:avLst/>
          </a:prstGeom>
          <a:noFill/>
          <a:ln>
            <a:noFill/>
          </a:ln>
        </p:spPr>
        <p:txBody>
          <a:bodyPr anchorCtr="0" anchor="b" bIns="45700" lIns="91425" spcFirstLastPara="1" rIns="91425" wrap="square" tIns="45700">
            <a:normAutofit/>
          </a:bodyPr>
          <a:lstStyle/>
          <a:p>
            <a:pPr indent="0" lvl="0" marL="0" marR="0" rtl="0" algn="l">
              <a:lnSpc>
                <a:spcPct val="80000"/>
              </a:lnSpc>
              <a:spcBef>
                <a:spcPts val="0"/>
              </a:spcBef>
              <a:spcAft>
                <a:spcPts val="0"/>
              </a:spcAft>
              <a:buClr>
                <a:schemeClr val="accent1"/>
              </a:buClr>
              <a:buSzPts val="3300"/>
              <a:buFont typeface="Arial"/>
              <a:buNone/>
            </a:pPr>
            <a:r>
              <a:rPr b="1" lang="en-IN" sz="3300" cap="none">
                <a:solidFill>
                  <a:schemeClr val="accent1"/>
                </a:solidFill>
                <a:latin typeface="Arial"/>
                <a:ea typeface="Arial"/>
                <a:cs typeface="Arial"/>
                <a:sym typeface="Arial"/>
              </a:rPr>
              <a:t>FUTURE SCOPE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4"/>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959"/>
              <a:buFont typeface="Arial"/>
              <a:buNone/>
            </a:pPr>
            <a:r>
              <a:rPr b="1" lang="en-IN" sz="3959">
                <a:solidFill>
                  <a:schemeClr val="accent1"/>
                </a:solidFill>
                <a:latin typeface="Arial"/>
                <a:ea typeface="Arial"/>
                <a:cs typeface="Arial"/>
                <a:sym typeface="Arial"/>
              </a:rPr>
              <a:t>REFERENCES</a:t>
            </a:r>
            <a:endParaRPr sz="2520"/>
          </a:p>
        </p:txBody>
      </p:sp>
      <p:sp>
        <p:nvSpPr>
          <p:cNvPr id="350" name="Google Shape;350;p24"/>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305435" lvl="0" marL="305435" rtl="0" algn="l">
              <a:lnSpc>
                <a:spcPct val="110000"/>
              </a:lnSpc>
              <a:spcBef>
                <a:spcPts val="0"/>
              </a:spcBef>
              <a:spcAft>
                <a:spcPts val="0"/>
              </a:spcAft>
              <a:buSzPts val="2208"/>
              <a:buChar char="◼"/>
            </a:pPr>
            <a:r>
              <a:rPr lang="en-IN" sz="2400">
                <a:solidFill>
                  <a:srgbClr val="0F0F0F"/>
                </a:solidFill>
              </a:rPr>
              <a:t>For Sentiment Analysis there are several relevant sources, research papers, and articles that were instrumental in developing the proposed solution. This could include tools and libraries for sentiment analysis, machine learning algorithms, datasets  and best practices in data preprocessing and model evaluation.</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5"/>
          <p:cNvSpPr txBox="1"/>
          <p:nvPr>
            <p:ph type="title"/>
          </p:nvPr>
        </p:nvSpPr>
        <p:spPr>
          <a:xfrm>
            <a:off x="1463041" y="2766218"/>
            <a:ext cx="9298800" cy="1325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